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9bf46d23cd45cc" /><Relationship Type="http://schemas.openxmlformats.org/officeDocument/2006/relationships/extended-properties" Target="/docProps/app.xml" Id="R9542d2e5ad9f4719" /><Relationship Type="http://schemas.openxmlformats.org/officeDocument/2006/relationships/officeDocument" Target="/ppt/presentation.xml" Id="R9fddc6fe3ebc4e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35f6c683fb43a6"/>
    <p:sldMasterId xmlns:r="http://schemas.openxmlformats.org/officeDocument/2006/relationships" id="2147483660" r:id="Rcd4f3031f06c4220"/>
    <p:sldMasterId xmlns:r="http://schemas.openxmlformats.org/officeDocument/2006/relationships" id="2147483672" r:id="R3c9482ea607b47d2"/>
  </p:sldMasterIdLst>
  <p:notesMasterIdLst>
    <p:notesMasterId xmlns:r="http://schemas.openxmlformats.org/officeDocument/2006/relationships" r:id="Rdcddf1e313cf453d"/>
  </p:notesMasterIdLst>
  <p:sldIdLst>
    <p:sldId xmlns:r="http://schemas.openxmlformats.org/officeDocument/2006/relationships" id="256" r:id="R4ec435a402b14df1"/>
    <p:sldId xmlns:r="http://schemas.openxmlformats.org/officeDocument/2006/relationships" id="257" r:id="R1c2de13897044967"/>
    <p:sldId xmlns:r="http://schemas.openxmlformats.org/officeDocument/2006/relationships" id="258" r:id="R841f3c086f3c44a1"/>
    <p:sldId xmlns:r="http://schemas.openxmlformats.org/officeDocument/2006/relationships" id="259" r:id="R3ada12b0c9b245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e2666625f24ae8" /><Relationship Type="http://schemas.openxmlformats.org/officeDocument/2006/relationships/slideMaster" Target="/ppt/slideMasters/slideMaster1.xml" Id="Rf335f6c683fb43a6" /><Relationship Type="http://schemas.openxmlformats.org/officeDocument/2006/relationships/slideMaster" Target="/ppt/slideMasters/slideMaster2.xml" Id="Rcd4f3031f06c4220" /><Relationship Type="http://schemas.openxmlformats.org/officeDocument/2006/relationships/slideMaster" Target="/ppt/slideMasters/slideMaster3.xml" Id="R3c9482ea607b47d2" /><Relationship Type="http://schemas.openxmlformats.org/officeDocument/2006/relationships/notesMaster" Target="/ppt/notesMasters/notesMaster1.xml" Id="Rdcddf1e313cf453d" /><Relationship Type="http://schemas.openxmlformats.org/officeDocument/2006/relationships/presProps" Target="/ppt/presProps.xml" Id="R6e00aeaece3d4eb2" /><Relationship Type="http://schemas.openxmlformats.org/officeDocument/2006/relationships/viewProps" Target="/ppt/viewProps.xml" Id="R5598e24e99bd4f2e" /><Relationship Type="http://schemas.openxmlformats.org/officeDocument/2006/relationships/tableStyles" Target="/ppt/tableStyles.xml" Id="R68b986514522443a" /><Relationship Type="http://schemas.openxmlformats.org/officeDocument/2006/relationships/slide" Target="/ppt/slides/slide1.xml" Id="R4ec435a402b14df1" /><Relationship Type="http://schemas.openxmlformats.org/officeDocument/2006/relationships/slide" Target="/ppt/slides/slide2.xml" Id="R1c2de13897044967" /><Relationship Type="http://schemas.openxmlformats.org/officeDocument/2006/relationships/slide" Target="/ppt/slides/slide3.xml" Id="R841f3c086f3c44a1" /><Relationship Type="http://schemas.openxmlformats.org/officeDocument/2006/relationships/slide" Target="/ppt/slides/slide4.xml" Id="R3ada12b0c9b245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adc5ec8e65ea41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1_Office 主题">
  <a:themeElements>
    <a:clrScheme name="ChatGPT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b717ef6e2d4c91" /><Relationship Type="http://schemas.openxmlformats.org/officeDocument/2006/relationships/notesMaster" Target="/ppt/notesMasters/notesMaster1.xml" Id="R4cd61eea843641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7c7614215a4ce4" /><Relationship Type="http://schemas.openxmlformats.org/officeDocument/2006/relationships/notesMaster" Target="/ppt/notesMasters/notesMaster1.xml" Id="R1fa98d6f32cb41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53a56844864c6e" /><Relationship Type="http://schemas.openxmlformats.org/officeDocument/2006/relationships/notesMaster" Target="/ppt/notesMasters/notesMaster1.xml" Id="R1a7f44fc03a740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91fdd4c1b34256" /><Relationship Type="http://schemas.openxmlformats.org/officeDocument/2006/relationships/notesMaster" Target="/ppt/notesMasters/notesMaster1.xml" Id="R7967363676b94d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汇报区间：2026-09-11 至 2026-09-29。</a:t>
            </a:r>
          </a:p>
          <a:p xmlns:a="http://schemas.openxmlformats.org/drawingml/2006/main">
            <a:r>
              <a:t>来源：docs/reports/sceneexpert_progress_20260911_20260929.md，第 2–3 节；证据索引 docs/reports/evidence/sceneexpert_progress_20260911_20260929.json。</a:t>
            </a:r>
          </a:p>
          <a:p xmlns:a="http://schemas.openxmlformats.org/drawingml/2006/main">
            <a:r>
              <a:t>整体在线框架保持稳定，本阶段改进集中在 SceneExpert 采集、证据、训练及运行适配。必要的共享模块变更仅处理阻塞。22 对为 furniture designer_initial 的首个 assistant turn，并非 22 个完整训练 rollout。单卡验证仅证明容量、更新和 adapter 保存，方法有效性仍需训练后场景对照。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来源：qwen38_initial_pairs_new3_014 / paired_initial / group_000；015 在服务器完整资产上完成独立审计。</a:t>
            </a:r>
          </a:p>
          <a:p xmlns:a="http://schemas.openxmlformats.org/drawingml/2006/main">
            <a:r>
              <a:t>图片来自服务器 outputs/slow_memory/qwen38_initial_pairs_new3_014/runs/paired_initial/group_000/{A,B}/raw_scene/room_office/scene_renders/furniture/renders_002/0_top.png，原图未经内容修改。归档于 docs/reports/assets/20260929。</a:t>
            </a:r>
          </a:p>
          <a:p xmlns:a="http://schemas.openxmlformats.org/drawingml/2006/main">
            <a:r>
              <a:t>A 原始分数 0.9838709677，1 项核心检查失败；B 原始分数 1.0，0 项失败。两者 fresh collision 均为 0。A office_chair_3 进入 water_dispenser_0 西侧必需的 0.8m 操作空间。图为过程渲染，标签依据独立 raw-state 和 scoring proof，不把过程图片当作完整最终状态证据。分差约 0.01613，标签由 hard-first 规则支持。候选 B 是独立采样，不是 A 经训练或修复后的状态。该案例未证明所有交互指标均已覆盖。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来源：019 campaign 的审计、首步导出和远程独立复核，见汇报文档第 3.3 节及证据 JSON。</a:t>
            </a:r>
          </a:p>
          <a:p xmlns:a="http://schemas.openxmlformats.org/drawingml/2006/main">
            <a:r>
              <a:t>72 尝试 = 55 有效决策组 + 13 已保留无效组 + 4 捕获前失败。55 组产生 110 条独立候选轨迹。strict 原始 12 对，首步规范化后 11 对（7 train / 4 val）；relative 原始 27 对，首步规范化后 22 对（15 train / 7 val）。relative 包含 strict，不能相加。22/55=40.0%，22/72=30.6%。</a:t>
            </a:r>
          </a:p>
          <a:p xmlns:a="http://schemas.openxmlformats.org/drawingml/2006/main">
            <a:r>
              <a:t>训练/验证精确任务 ID 交集为 0；测试任务保留。019 在 furniture 后停止，55 组不等于 55 个五阶段完成场景。33 个有效组无训练对，原因包括 21 个无可接受胜者、7 个无有效偏好对比、5 个首步相同。全部训练目标为首个 assistant turn，主要是 observe_scene/todo，信用分配仍间接。图为同一批源数据不同筛选策略的覆盖比较。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来源：docs/reports/sceneexpert_progress_20260911_20260929.md 第 2.6、3.4、5 节；019e/019g capacity manifest、日志与 adapter 检查。019g 保留完整最长上下文，两步训练 321.2 秒，全流程 587.1 秒，CUDA allocated 峰值 54.744337 GiB。512 个 adapter 张量有限，256 个 LoRA B 张量非零。本页不将不同显存指标比较为降低百分比。两步 warmup 不构成收敛或泛化证据。</a:t>
            </a:r>
          </a:p>
          <a:p xmlns:a="http://schemas.openxmlformats.org/drawingml/2006/main">
            <a:r>
              <a:t>020 状态补充：2026-09-29 11:55 UTC（19:55 北京时间）远程目录已存在，train.log 记录 2/8 优化器步骤；尚无最终指标或 manifest。该日志仅确认启动并取得进展，不证明任务已完成或仍有活跃进程。</a:t>
            </a:r>
          </a:p>
          <a:p xmlns:a="http://schemas.openxmlformats.org/drawingml/2006/main">
            <a:r>
              <a:t>后续计划的训练 ACP 和配套轻量打包命令已完整列于上述文档第 5 节。020 由 ACP 执行，1 H100，主机内存建议 128 GiB，约 1.5–2.5 小时，人工约 15–25 分钟；估计基于 019g 探针，受序列长度和存储影响。不要重复提交已启动的 020。先审计现有结果，随后设计基座/adapter 固定任务、记忆、解码设置和评价条件的对照。当前 pilot 不自动部署。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c64e0a8903487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aba0a82946453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33339229344ef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008722dbc14ad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d09defaf1744c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38ffa715c74d7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972a3d34be4bd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5f0630c48d405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a8269595e549d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321f3419814c2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8e99540a03486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d06107304bf48d1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48a0a7f8796437c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7337031c1dc44b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906273785a64279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3f5da08357442c4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660356e780140fd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f545475af054ebb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cf02bce694d44fd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0bbc3d06da84e14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0ce90ca929b40e5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b78590bbef84570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16c143a560148fe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95c1caf714141fb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3a18a8492b34edd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a536fb6098a4a80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e529bb82fc040ee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99f4c3c21154857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97d6e4e5ef94888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0095e49cd7c4429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63db972272a40d9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6268837b2134c33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756f6b65e994281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C87053F-6FC1-4200-B67A-CF450E4F60F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96D46964-DFBA-4E8C-9D43-64F1E7D5855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C725300-8455-41A4-B4F0-9586B45171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485000B-24F1-471D-AE51-3EF8EBEDB1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0FD7C6B-C7F2-4374-A749-C398B2C611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FDE1897-D2EC-4676-8C6B-F26125971D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3878D60-F04A-4A30-9C5D-B0310D7277A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FB35FA7-B4BE-4247-81EC-817493A105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99686BC-F067-4851-93B3-DEE6A439DB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DF6A750-E92A-445B-8FD0-B949457A01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253DC5B7-0067-473D-A648-039C154D53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6F7321B9-0567-4F2D-98E8-7144BEEF72C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8F4CB4DB-A0DF-42A9-8C8F-83EE71E061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FE3C207-6DFA-4A11-914C-E666C65E33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B435E80-3171-4A58-9511-F58965BAEC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1E25ADC-2A10-45A6-B7F9-F575D911130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11CA46B-C64C-4890-821B-5C6926E921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09487B0-2099-4817-A705-2E548F4458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AC26043-8774-4D60-A8C5-A98E54E9C6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EBC0EC4-DC75-4785-9090-A2216D8106E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15F78C34-C40E-4DA8-898D-B50E42B125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2D176AE-50ED-47EC-B466-80D4D423C0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1A96421-8258-44D9-BC56-859A97F47C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05D68F3-5C46-4525-93F9-399E212925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6C8EF0B-9441-4E93-8E82-23C1F09CCD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65CEA19-1832-42DB-91AD-0C79D7DDBA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86774" y="1778438"/>
            <a:ext cx="4873574" cy="823912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607E363-1EEA-4AF3-AD55-AEE12C5C14B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186774" y="2665379"/>
            <a:ext cx="4873574" cy="352428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EBC4786D-9C67-4AF9-88A3-21AB0BE8507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256938" y="1778438"/>
            <a:ext cx="4897576" cy="823912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C59D8F95-5306-46E4-9A3C-F3F2160E82B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256938" y="2665379"/>
            <a:ext cx="4897576" cy="352428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C47E9B32-EF99-4D80-839D-0B6D25F7E2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9CC6895-A73A-4EAD-9D4A-D8C0FFFB6B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5CF70A0-3039-4F27-A788-754B7A69CD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9D80B0-4D0B-457A-8AB4-9A0E6802E9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4B0EFA7A-4A63-40EA-896F-9DB15A3E45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54155FA-EC5E-4A59-B129-2B8D52954A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50290126-88A7-42BE-8F39-5726CC4AE9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AE6BD683-E400-464E-BB84-12F09EC2A9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C8DBFD7-DEEC-410B-9961-59D78E72AE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6032876-3814-40A3-93A4-18E1CFF1BF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>
  <p:cSld name="仅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12C37C1D-4558-4E17-B116-A4A36BBB37C0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38200" y="365125"/>
            <a:ext cx="10515600" cy="58118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91A73AA4-8942-49DE-9447-DF6832A8FD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00988530-7E9F-4D69-B57D-B1A962DE0A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7B02AA18-C2C5-4BA7-B1DD-6B06600A8D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E8D1E6-7C84-4559-810C-AC2829190A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FADB029-DEBF-447F-90B5-FB7C377346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6C143F20-2CA9-4FF2-9B5D-005B903B6B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471D3441-1BCD-4A14-8663-1F7CB238F3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副标题 5">
            <a:extLst xmlns:a="http://schemas.openxmlformats.org/drawingml/2006/main">
              <a:ext uri="{FF2B5EF4-FFF2-40B4-BE49-F238E27FC236}">
                <a16:creationId xmlns:a16="http://schemas.microsoft.com/office/drawing/2014/main" id="{3A7F07D1-93CD-4BF4-82EB-4F54CE73E6FF}"/>
              </a:ext>
            </a:extLst>
          </p:cNvPr>
          <p:cNvSpPr>
            <a:spLocks xmlns:a="http://schemas.openxmlformats.org/drawingml/2006/main" noGrp="1"/>
          </p:cNvSpPr>
          <p:nvPr>
            <p:ph type="subTitle" idx="13" hasCustomPrompt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单击此处编辑副标题</a:t>
            </a: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B8872C-CA24-4BED-BC1D-F858EBACF6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2CBD035E-7FD7-45C9-8302-8F33298B12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252FBEFC-23B8-499B-9D3E-2AEA985258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655FA274-09FE-494F-8CFC-27D6915403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DDBE812-73C3-4314-AC8B-8D8FE0CE3A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3523E7A4-8CAD-4F9A-B3FE-71C472EEFDE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A2D11A9-7F9D-4E5D-A3DA-01342D07AF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A6C2DAE-1267-41AB-A1EE-CCC17783AB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470DD94-FB39-411E-AAFD-DDB8A603D6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2CF5538-53F7-4CAD-B986-4A05007428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CA2914B-2E09-4A40-9CF6-62A6FC207C9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4912221-92EF-440E-86BC-F7E18B6ACA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2E5BCD2-122D-461A-B1B8-8A92C41F564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0319F87-2433-4195-85E8-8292EDAAAB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D505299-4010-44F0-964F-B1F71A99CB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ABA2C15-BE20-4AAB-A9EC-69A5ACCB11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99DA41C-CB10-4700-8E3D-155A5ED48B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06B778B-169F-4F40-8EE3-7B521EA3E4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CE80E87-591F-443C-AB20-825E31AFBB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70EEAC9-7511-494C-93FE-2E429AC956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75D014A-9512-4453-A9FD-AD0CDF3555A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9809C7E9-A6B7-4008-AD12-0977A1D83C3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2DF3140-9E57-43EC-A613-2B3967E9D7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BEA6384-D420-4B0A-AE89-F0903892637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6A52EF1-E6CC-4559-A744-7074BF2653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B1938FA-F828-49C8-BA20-18926438DE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B361066-E4ED-488E-AB7C-788D598563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BAFC48F-8D50-4D59-A864-B21C5F4AA03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F91D3CBB-B162-476E-B892-BBEABA9D8DE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2DE182CE-7CA3-4B8B-A912-6797C005DFA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91F06CDB-B228-42B4-A49E-AEF4EE4DA2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F707B165-039F-4A0C-AB55-BD825174B5C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CFFEA5F-C889-4CAC-89E5-EB2AFBF1E9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D5861B9-BA4B-43B0-B650-AAAF84D9F1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8271B15-BE83-4838-BB9B-7F2BBDAEB4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F1D5CC5F-F79C-461B-8ECD-DB3442B536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4DB4F3D-9D23-4EF2-9DEE-92E8E02893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EBE929D0-7E70-4FD5-AA43-7178C82F09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E85745E-7E93-4FAE-B555-C42DFAA6E2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DE68F1B3-445B-4D77-B575-0CB88E13FA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B8203F7-F864-4343-94C7-81744270FB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6E1401E-0D4A-42E7-AEA8-B55F858871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E398F66-E647-48B0-9FBC-DF2324A75C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F8EE072-40CB-4744-8599-A80ED10128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DE9486C-55D6-4FBE-939B-F8770A1FDB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3E3F7E1-2A08-4292-82A3-B6CE87E86E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3DA7DFC-C700-40E1-B551-DE04B03B3C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87B8A09E-81AA-4F6F-BB0D-1E7D92F18FE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7CDF4CF-1136-4D8C-95A0-550E7E9BAEF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4498922-773A-456F-A5F3-B7DE479547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BEA6733-606D-43B2-AC22-CD819EA8E64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27AEAD5B-93E8-40F1-9AAF-5BE130D3F1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63FAEEC-96B6-40EF-8BC7-F28205037B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6FDDB6AC-C8EA-4813-8E3B-EA83F971B0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18A270A-6089-4EE9-B94F-8425520994D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53A3424-A76F-4E36-BD4A-836D2A79CC3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CE6C7EF-BD5F-4D30-A768-7B13C9A599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6F638655-3540-4957-8AD4-2F6069DDB3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32AD9F1-E7FD-424B-B531-8923705B86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F6F78DA-E7E5-432F-A9CA-AB4D38771F6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0A6A25F-928A-49CB-96D1-A58E653C41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F6CF7BF-236D-4B28-BB77-F221E161D6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直接连接符 6">
            <a:extLst xmlns:a="http://schemas.openxmlformats.org/drawingml/2006/main">
              <a:ext uri="{FF2B5EF4-FFF2-40B4-BE49-F238E27FC236}">
                <a16:creationId xmlns:a16="http://schemas.microsoft.com/office/drawing/2014/main" id="{DDD7C178-FC0A-4919-ADE8-C67F4EA8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131185" y="1073150"/>
            <a:ext cx="1144270" cy="1975485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73D6A361-0F5C-4F6F-8CCC-09DA0711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034155" y="854710"/>
            <a:ext cx="991235" cy="1711325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0EB1A71C-AA18-418F-A5D9-76954890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693795" y="3106420"/>
            <a:ext cx="951865" cy="164338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矩形 1">
            <a:extLst xmlns:a="http://schemas.openxmlformats.org/drawingml/2006/main">
              <a:ext uri="{FF2B5EF4-FFF2-40B4-BE49-F238E27FC236}">
                <a16:creationId xmlns:a16="http://schemas.microsoft.com/office/drawing/2014/main" id="{CB0498B1-C5DE-4D2D-B125-9478A1C1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677" y="1612900"/>
            <a:ext cx="6014720" cy="2550723"/>
          </a:xfrm>
          <a:custGeom xmlns:a="http://schemas.openxmlformats.org/drawingml/2006/main">
            <a:gdLst>
              <a:gd name="connsiteX0" fmla="*/ 0 w 6014720"/>
              <a:gd name="connsiteY0" fmla="*/ 0 h 2549144"/>
              <a:gd name="connsiteX1" fmla="*/ 6014720 w 6014720"/>
              <a:gd name="connsiteY1" fmla="*/ 0 h 2549144"/>
              <a:gd name="connsiteX2" fmla="*/ 6014720 w 6014720"/>
              <a:gd name="connsiteY2" fmla="*/ 2549144 h 2549144"/>
              <a:gd name="connsiteX3" fmla="*/ 0 w 6014720"/>
              <a:gd name="connsiteY3" fmla="*/ 2549144 h 2549144"/>
              <a:gd name="connsiteX4" fmla="*/ 0 w 6014720"/>
              <a:gd name="connsiteY4" fmla="*/ 0 h 2549144"/>
              <a:gd name="connsiteX0-1" fmla="*/ 0 w 6014720"/>
              <a:gd name="connsiteY0-2" fmla="*/ 0 h 2549144"/>
              <a:gd name="connsiteX1-3" fmla="*/ 6014720 w 6014720"/>
              <a:gd name="connsiteY1-4" fmla="*/ 0 h 2549144"/>
              <a:gd name="connsiteX2-5" fmla="*/ 6014720 w 6014720"/>
              <a:gd name="connsiteY2-6" fmla="*/ 2549144 h 2549144"/>
              <a:gd name="connsiteX3-7" fmla="*/ 4580890 w 6014720"/>
              <a:gd name="connsiteY3-8" fmla="*/ 2543690 h 2549144"/>
              <a:gd name="connsiteX4-9" fmla="*/ 0 w 6014720"/>
              <a:gd name="connsiteY4-10" fmla="*/ 2549144 h 2549144"/>
              <a:gd name="connsiteX5" fmla="*/ 0 w 6014720"/>
              <a:gd name="connsiteY5" fmla="*/ 0 h 2549144"/>
              <a:gd name="connsiteX0-11" fmla="*/ 0 w 6014720"/>
              <a:gd name="connsiteY0-12" fmla="*/ 2549144 h 2640584"/>
              <a:gd name="connsiteX1-13" fmla="*/ 0 w 6014720"/>
              <a:gd name="connsiteY1-14" fmla="*/ 0 h 2640584"/>
              <a:gd name="connsiteX2-15" fmla="*/ 6014720 w 6014720"/>
              <a:gd name="connsiteY2-16" fmla="*/ 0 h 2640584"/>
              <a:gd name="connsiteX3-17" fmla="*/ 6014720 w 6014720"/>
              <a:gd name="connsiteY3-18" fmla="*/ 2549144 h 2640584"/>
              <a:gd name="connsiteX4-19" fmla="*/ 4580890 w 6014720"/>
              <a:gd name="connsiteY4-20" fmla="*/ 2543690 h 2640584"/>
              <a:gd name="connsiteX5-21" fmla="*/ 91440 w 6014720"/>
              <a:gd name="connsiteY5-22" fmla="*/ 2640584 h 2640584"/>
              <a:gd name="connsiteX0-23" fmla="*/ 0 w 6014720"/>
              <a:gd name="connsiteY0-24" fmla="*/ 2549144 h 2549144"/>
              <a:gd name="connsiteX1-25" fmla="*/ 0 w 6014720"/>
              <a:gd name="connsiteY1-26" fmla="*/ 0 h 2549144"/>
              <a:gd name="connsiteX2-27" fmla="*/ 6014720 w 6014720"/>
              <a:gd name="connsiteY2-28" fmla="*/ 0 h 2549144"/>
              <a:gd name="connsiteX3-29" fmla="*/ 6014720 w 6014720"/>
              <a:gd name="connsiteY3-30" fmla="*/ 2549144 h 2549144"/>
              <a:gd name="connsiteX4-31" fmla="*/ 4580890 w 6014720"/>
              <a:gd name="connsiteY4-32" fmla="*/ 2543690 h 2549144"/>
              <a:gd name="connsiteX0-33" fmla="*/ 0 w 6014720"/>
              <a:gd name="connsiteY0-34" fmla="*/ 0 h 2549144"/>
              <a:gd name="connsiteX1-35" fmla="*/ 6014720 w 6014720"/>
              <a:gd name="connsiteY1-36" fmla="*/ 0 h 2549144"/>
              <a:gd name="connsiteX2-37" fmla="*/ 6014720 w 6014720"/>
              <a:gd name="connsiteY2-38" fmla="*/ 2549144 h 2549144"/>
              <a:gd name="connsiteX3-39" fmla="*/ 4580890 w 6014720"/>
              <a:gd name="connsiteY3-40" fmla="*/ 2543690 h 2549144"/>
            </a:gdLst>
            <a:rect l="l" t="t" r="r" b="b"/>
            <a:pathLst>
              <a:path w="6014720" h="2549144">
                <a:moveTo>
                  <a:pt x="0" y="0"/>
                </a:moveTo>
                <a:lnTo>
                  <a:pt x="6014720" y="0"/>
                </a:lnTo>
                <a:lnTo>
                  <a:pt x="6014720" y="2549144"/>
                </a:lnTo>
                <a:lnTo>
                  <a:pt x="4580890" y="2543690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矩形 14">
            <a:extLst xmlns:a="http://schemas.openxmlformats.org/drawingml/2006/main">
              <a:ext uri="{FF2B5EF4-FFF2-40B4-BE49-F238E27FC236}">
                <a16:creationId xmlns:a16="http://schemas.microsoft.com/office/drawing/2014/main" id="{DABC82DF-7492-4F58-8BBF-1BAE5A68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270" y="1612900"/>
            <a:ext cx="2411730" cy="2548760"/>
          </a:xfrm>
          <a:custGeom xmlns:a="http://schemas.openxmlformats.org/drawingml/2006/main">
            <a:gdLst>
              <a:gd name="connsiteX0" fmla="*/ 0 w 2759710"/>
              <a:gd name="connsiteY0" fmla="*/ 0 h 2537330"/>
              <a:gd name="connsiteX1" fmla="*/ 2759710 w 2759710"/>
              <a:gd name="connsiteY1" fmla="*/ 0 h 2537330"/>
              <a:gd name="connsiteX2" fmla="*/ 2759710 w 2759710"/>
              <a:gd name="connsiteY2" fmla="*/ 2537330 h 2537330"/>
              <a:gd name="connsiteX3" fmla="*/ 0 w 2759710"/>
              <a:gd name="connsiteY3" fmla="*/ 2537330 h 2537330"/>
              <a:gd name="connsiteX4" fmla="*/ 0 w 2759710"/>
              <a:gd name="connsiteY4" fmla="*/ 0 h 2537330"/>
              <a:gd name="connsiteX0-1" fmla="*/ 0 w 2759710"/>
              <a:gd name="connsiteY0-2" fmla="*/ 11430 h 2548760"/>
              <a:gd name="connsiteX1-3" fmla="*/ 2360930 w 2759710"/>
              <a:gd name="connsiteY1-4" fmla="*/ 0 h 2548760"/>
              <a:gd name="connsiteX2-5" fmla="*/ 2759710 w 2759710"/>
              <a:gd name="connsiteY2-6" fmla="*/ 11430 h 2548760"/>
              <a:gd name="connsiteX3-7" fmla="*/ 2759710 w 2759710"/>
              <a:gd name="connsiteY3-8" fmla="*/ 2548760 h 2548760"/>
              <a:gd name="connsiteX4-9" fmla="*/ 0 w 2759710"/>
              <a:gd name="connsiteY4-10" fmla="*/ 2548760 h 2548760"/>
              <a:gd name="connsiteX5" fmla="*/ 0 w 2759710"/>
              <a:gd name="connsiteY5" fmla="*/ 11430 h 2548760"/>
              <a:gd name="connsiteX0-11" fmla="*/ 0 w 2759710"/>
              <a:gd name="connsiteY0-12" fmla="*/ 11430 h 2548760"/>
              <a:gd name="connsiteX1-13" fmla="*/ 2360930 w 2759710"/>
              <a:gd name="connsiteY1-14" fmla="*/ 0 h 2548760"/>
              <a:gd name="connsiteX2-15" fmla="*/ 2759710 w 2759710"/>
              <a:gd name="connsiteY2-16" fmla="*/ 11430 h 2548760"/>
              <a:gd name="connsiteX3-17" fmla="*/ 2759710 w 2759710"/>
              <a:gd name="connsiteY3-18" fmla="*/ 2548760 h 2548760"/>
              <a:gd name="connsiteX4-19" fmla="*/ 2411730 w 2759710"/>
              <a:gd name="connsiteY4-20" fmla="*/ 2540000 h 2548760"/>
              <a:gd name="connsiteX5-21" fmla="*/ 0 w 2759710"/>
              <a:gd name="connsiteY5-22" fmla="*/ 2548760 h 2548760"/>
              <a:gd name="connsiteX6" fmla="*/ 0 w 2759710"/>
              <a:gd name="connsiteY6" fmla="*/ 11430 h 2548760"/>
              <a:gd name="connsiteX0-23" fmla="*/ 2759710 w 2851150"/>
              <a:gd name="connsiteY0-24" fmla="*/ 2548760 h 2640200"/>
              <a:gd name="connsiteX1-25" fmla="*/ 2411730 w 2851150"/>
              <a:gd name="connsiteY1-26" fmla="*/ 2540000 h 2640200"/>
              <a:gd name="connsiteX2-27" fmla="*/ 0 w 2851150"/>
              <a:gd name="connsiteY2-28" fmla="*/ 2548760 h 2640200"/>
              <a:gd name="connsiteX3-29" fmla="*/ 0 w 2851150"/>
              <a:gd name="connsiteY3-30" fmla="*/ 11430 h 2640200"/>
              <a:gd name="connsiteX4-31" fmla="*/ 2360930 w 2851150"/>
              <a:gd name="connsiteY4-32" fmla="*/ 0 h 2640200"/>
              <a:gd name="connsiteX5-33" fmla="*/ 2759710 w 2851150"/>
              <a:gd name="connsiteY5-34" fmla="*/ 11430 h 2640200"/>
              <a:gd name="connsiteX6-35" fmla="*/ 2851150 w 2851150"/>
              <a:gd name="connsiteY6-36" fmla="*/ 2640200 h 2640200"/>
              <a:gd name="connsiteX0-37" fmla="*/ 2759710 w 2759710"/>
              <a:gd name="connsiteY0-38" fmla="*/ 2548760 h 2548760"/>
              <a:gd name="connsiteX1-39" fmla="*/ 2411730 w 2759710"/>
              <a:gd name="connsiteY1-40" fmla="*/ 2540000 h 2548760"/>
              <a:gd name="connsiteX2-41" fmla="*/ 0 w 2759710"/>
              <a:gd name="connsiteY2-42" fmla="*/ 2548760 h 2548760"/>
              <a:gd name="connsiteX3-43" fmla="*/ 0 w 2759710"/>
              <a:gd name="connsiteY3-44" fmla="*/ 11430 h 2548760"/>
              <a:gd name="connsiteX4-45" fmla="*/ 2360930 w 2759710"/>
              <a:gd name="connsiteY4-46" fmla="*/ 0 h 2548760"/>
              <a:gd name="connsiteX5-47" fmla="*/ 2759710 w 2759710"/>
              <a:gd name="connsiteY5-48" fmla="*/ 11430 h 2548760"/>
              <a:gd name="connsiteX0-49" fmla="*/ 2759710 w 2759710"/>
              <a:gd name="connsiteY0-50" fmla="*/ 2548760 h 2548760"/>
              <a:gd name="connsiteX1-51" fmla="*/ 2411730 w 2759710"/>
              <a:gd name="connsiteY1-52" fmla="*/ 2540000 h 2548760"/>
              <a:gd name="connsiteX2-53" fmla="*/ 0 w 2759710"/>
              <a:gd name="connsiteY2-54" fmla="*/ 2548760 h 2548760"/>
              <a:gd name="connsiteX3-55" fmla="*/ 0 w 2759710"/>
              <a:gd name="connsiteY3-56" fmla="*/ 11430 h 2548760"/>
              <a:gd name="connsiteX4-57" fmla="*/ 2360930 w 2759710"/>
              <a:gd name="connsiteY4-58" fmla="*/ 0 h 2548760"/>
              <a:gd name="connsiteX0-59" fmla="*/ 2411730 w 2411730"/>
              <a:gd name="connsiteY0-60" fmla="*/ 2540000 h 2548760"/>
              <a:gd name="connsiteX1-61" fmla="*/ 0 w 2411730"/>
              <a:gd name="connsiteY1-62" fmla="*/ 2548760 h 2548760"/>
              <a:gd name="connsiteX2-63" fmla="*/ 0 w 2411730"/>
              <a:gd name="connsiteY2-64" fmla="*/ 11430 h 2548760"/>
              <a:gd name="connsiteX3-65" fmla="*/ 2360930 w 2411730"/>
              <a:gd name="connsiteY3-66" fmla="*/ 0 h 2548760"/>
            </a:gdLst>
            <a:rect l="l" t="t" r="r" b="b"/>
            <a:pathLst>
              <a:path w="2411730" h="2548760">
                <a:moveTo>
                  <a:pt x="2411730" y="2540000"/>
                </a:moveTo>
                <a:lnTo>
                  <a:pt x="0" y="2548760"/>
                </a:lnTo>
                <a:lnTo>
                  <a:pt x="0" y="11430"/>
                </a:lnTo>
                <a:lnTo>
                  <a:pt x="23609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ABDA12C-2CA0-44B2-98CC-8DD4D546309D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4458970" y="1866900"/>
            <a:ext cx="5099957" cy="1844097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6000">
                <a:solidFill>
                  <a:schemeClr val="tx1">
                    <a:alpha val="90000"/>
                  </a:schemeClr>
                </a:solidFill>
              </a:defRPr>
            </a:lvl1pPr>
          </a:lstStyle>
          <a:p xmlns:a="http://schemas.openxmlformats.org/drawingml/2006/main">
            <a:r>
              <a:t>编辑标题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9E3612B8-536E-4D2C-AE6A-E04B42E74BB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4463490" y="3830821"/>
            <a:ext cx="5099958" cy="768644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buNone/>
              <a:defRPr sz="3600" b="1">
                <a:solidFill>
                  <a:schemeClr val="tx1">
                    <a:alpha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单击此处编辑副标题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E18F442-D06A-4859-977F-CD6732BBE0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309AE91-AF04-4C71-A142-504E693DED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9123A6-5A7D-452D-9185-6E1E0695C5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67CE1507-1E93-4BB4-970F-454145313C9D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6678927" y="4631771"/>
            <a:ext cx="2880000" cy="504000"/>
          </a:xfrm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buNone/>
              <a:defRPr sz="2000">
                <a:solidFill>
                  <a:schemeClr val="tx1">
                    <a:alpha val="9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署名</a:t>
            </a:r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4853633-CBF5-48A3-9CEF-A991F45A49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11CEFC7-FBBE-4761-83B3-04F80B0F159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7B007CA-C0F0-45DF-BBE8-BFB4D47D34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00F2A0B-CC3D-43CC-A56D-2CF5B0694A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CA866A9-D005-4FEF-B277-5B97D04F6A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2576F2C-3B71-4B39-9D14-F2ACC51B63B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203553" y="2745283"/>
            <a:ext cx="1423875" cy="902755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algn="r">
              <a:buNone/>
              <a:defRPr sz="4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标题</a:t>
            </a:r>
            <a:endParaRPr/>
          </a:p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76E97D4-9496-4A1C-A800-275C4D335CF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0109F90-06B8-4F73-98B9-EF34B9D33F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E57489-1BF5-4D0A-8155-9B54589300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C0AD60EF-AA8E-4587-A3CF-61C85FFF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" y="2552700"/>
            <a:ext cx="89027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2C24238C-CEE7-4BE2-88CE-C1BB88C8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" y="4329430"/>
            <a:ext cx="1911985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25FF286D-3D90-4494-97E9-B57F045E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395" y="2540000"/>
            <a:ext cx="0" cy="179832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B8BF95F8-60CA-4E59-8B5B-B4447EBF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209290" y="2553335"/>
            <a:ext cx="16891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F200B6C6-17F3-42DC-A5D9-F1CA0581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799205" y="4329430"/>
            <a:ext cx="1099185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47B28527-E7AE-4EED-B44F-D27209CE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310" y="2540000"/>
            <a:ext cx="0" cy="179832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CE536841-B720-439E-BBCB-EFC5D0F3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413125" y="4184415"/>
            <a:ext cx="194946" cy="358088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直接连接符 14">
            <a:extLst xmlns:a="http://schemas.openxmlformats.org/drawingml/2006/main">
              <a:ext uri="{FF2B5EF4-FFF2-40B4-BE49-F238E27FC236}">
                <a16:creationId xmlns:a16="http://schemas.microsoft.com/office/drawing/2014/main" id="{61A76516-AB2C-4B95-B80F-DDC04E5A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263775" y="2218055"/>
            <a:ext cx="523240" cy="90297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D520DE54-22FB-445B-B029-D17F1419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632075" y="2027555"/>
            <a:ext cx="551180" cy="95250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26.xml><?xml version="1.0" encoding="utf-8"?>
<p:sldLayout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A22AC95-7E33-4968-92C9-4C19DE006C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E65B023-746E-4B41-9AAB-7612A190DB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E569722-5AFD-43DB-8EE5-D1A32EDB2A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 useBgFill="1">
        <p:nvSpPr>
          <p:cNvPr id="8" name="节编号 3">
            <a:extLst xmlns:a="http://schemas.openxmlformats.org/drawingml/2006/main">
              <a:ext uri="{FF2B5EF4-FFF2-40B4-BE49-F238E27FC236}">
                <a16:creationId xmlns:a16="http://schemas.microsoft.com/office/drawing/2014/main" id="{4AAD63DB-27A8-404E-9C24-53FE7966D026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232150" y="2043430"/>
            <a:ext cx="2542540" cy="575945"/>
          </a:xfrm>
          <a:prstGeom xmlns:a="http://schemas.openxmlformats.org/drawingml/2006/main" prst="rect">
            <a:avLst/>
          </a:prstGeom>
          <a:ln xmlns:a="http://schemas.openxmlformats.org/drawingml/2006/main" w="25400">
            <a:solidFill>
              <a:schemeClr val="tx1"/>
            </a:solidFill>
          </a:ln>
        </p:spPr>
        <p:txBody>
          <a:bodyPr xmlns:a="http://schemas.openxmlformats.org/drawingml/2006/main" wrap="none" tIns="0" bIns="90170" anchor="ctr">
            <a:normAutofit/>
          </a:bodyPr>
          <a:lstStyle xmlns:a="http://schemas.openxmlformats.org/drawingml/2006/main">
            <a:lvl1pPr marL="0" indent="0" algn="ctr">
              <a:buNone/>
              <a:defRPr sz="2800" b="1">
                <a:solidFill>
                  <a:schemeClr val="tx1">
                    <a:alpha val="9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节编号</a:t>
            </a:r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A471543-BF74-4748-B38C-8714AFC7781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219450" y="3149600"/>
            <a:ext cx="474345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algn="l">
              <a:buNone/>
              <a:defRPr sz="4400">
                <a:solidFill>
                  <a:schemeClr val="tx1">
                    <a:alpha val="90000"/>
                  </a:schemeClr>
                </a:solidFill>
              </a:defRPr>
            </a:lvl1pPr>
          </a:lstStyle>
          <a:p xmlns:a="http://schemas.openxmlformats.org/drawingml/2006/main">
            <a:r>
              <a:t>单击编辑母版标题</a:t>
            </a:r>
            <a:endParaRPr/>
          </a:p>
        </p:txBody>
      </p:sp>
      <p:sp>
        <p:nvSpPr>
          <p:cNvPr id="27" name="直接连接符 26">
            <a:extLst xmlns:a="http://schemas.openxmlformats.org/drawingml/2006/main">
              <a:ext uri="{FF2B5EF4-FFF2-40B4-BE49-F238E27FC236}">
                <a16:creationId xmlns:a16="http://schemas.microsoft.com/office/drawing/2014/main" id="{8BD9DD29-20C0-4416-A477-994CDFBF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110" y="2325370"/>
            <a:ext cx="54229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619839EC-0FC6-4A0B-A3AE-894E8DF5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110" y="4497705"/>
            <a:ext cx="494665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9" name="直接连接符 28">
            <a:extLst xmlns:a="http://schemas.openxmlformats.org/drawingml/2006/main">
              <a:ext uri="{FF2B5EF4-FFF2-40B4-BE49-F238E27FC236}">
                <a16:creationId xmlns:a16="http://schemas.microsoft.com/office/drawing/2014/main" id="{1424F35D-840A-4B55-B4D2-CD8F13D6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635" y="2309495"/>
            <a:ext cx="0" cy="2199005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00D718AA-63A1-4D93-B7AC-FD3CEDA1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057900" y="2325973"/>
            <a:ext cx="4051302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6D10A90D-A0BA-4A83-9BEB-707647C5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067799" y="4497631"/>
            <a:ext cx="1041401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95A7C0AB-0E9A-408B-ADCF-4708C2A7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9165" y="2309669"/>
            <a:ext cx="0" cy="2198832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FF461E2-58F1-42F3-B8F2-870BA42E1AA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3220085" y="4114800"/>
            <a:ext cx="4995545" cy="687705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800" b="0">
                <a:solidFill>
                  <a:schemeClr val="tx1">
                    <a:alpha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单击此处编辑副标题</a:t>
            </a:r>
            <a:endParaRPr/>
          </a:p>
        </p:txBody>
      </p:sp>
      <p:sp>
        <p:nvSpPr>
          <p:cNvPr id="50" name="直接连接符 49">
            <a:extLst xmlns:a="http://schemas.openxmlformats.org/drawingml/2006/main">
              <a:ext uri="{FF2B5EF4-FFF2-40B4-BE49-F238E27FC236}">
                <a16:creationId xmlns:a16="http://schemas.microsoft.com/office/drawing/2014/main" id="{E3866FE0-6509-44A8-ABC7-18FE8120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210550" y="3952240"/>
            <a:ext cx="561975" cy="969645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1" name="直接连接符 50">
            <a:extLst xmlns:a="http://schemas.openxmlformats.org/drawingml/2006/main">
              <a:ext uri="{FF2B5EF4-FFF2-40B4-BE49-F238E27FC236}">
                <a16:creationId xmlns:a16="http://schemas.microsoft.com/office/drawing/2014/main" id="{2BACA1DB-8D9B-45E3-AAFA-DB9F5826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642350" y="3788410"/>
            <a:ext cx="570865" cy="986155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27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307879D-226F-4E12-9B0A-4C9973B43F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BF6250B-C0FE-4DBE-8139-CAA327011EB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56167E8-9820-4BB1-93A6-EED92A5290A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31FCBFA-DFF0-4C63-9E54-9A90B413AF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25DFB3FC-5CCF-4A00-8ACE-B4FF343E34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CD7BCC1-806A-4B22-B2C3-FFC66B1D73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6B0884E-2C69-4BE6-B325-F7DCA72504F3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EABC0E47-E0E4-4862-A68D-B20285A8BCD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9596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6CB11366-D751-4B80-B5D7-D63A7894AD86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17220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62187C02-9198-4983-BCF2-3B3F86FFE20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B4AFFA79-66EC-44EE-A192-225C13AC5D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749760F8-19DA-46DD-8CEB-9A730E668A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FDA19834-0608-42A9-9E5F-7DED9E4A9B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7473356C-B513-4250-807A-93896F0501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8B32819-BAE3-4269-9FFD-9DE40549A7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9F9C76FD-AA74-4269-8166-4886FCB336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FA480948-2F0D-410F-9999-C9629927ED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991322FF-BD33-4118-B184-A0B12DF610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8E7D2952-7F87-475D-82DE-751592936B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AC51D15D-093B-49BC-BD35-4F4A8A1DCE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419AAA9-2DAB-4C1A-AA89-66A75F6C49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0FD8C0FA-414F-496B-B279-DEDA1F09568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360045"/>
            <a:ext cx="10801985" cy="581787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2F3ED445-A6A4-459B-ACCD-3FC8F98356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74589BF-7EC8-49F9-A6B6-B91AC1CD012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78650368-A5CB-474F-8E62-409BD1CB19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7CF7718-DE72-42B0-8564-C8EEEF2822B1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1301750"/>
            <a:ext cx="10799088" cy="405553"/>
          </a:xfrm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r>
              <a:t>单击此处编辑副标题</a:t>
            </a:r>
            <a:endParaRPr/>
          </a:p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3778992-7A42-41EF-ABFD-3E12670CB0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53066B0-6C6D-4BF8-95A6-50A5275FE18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7635078-2F2A-433A-B0E0-68D749AE86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C22BE164-1425-494A-90C3-4D460C07C3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33.xml><?xml version="1.0" encoding="utf-8"?>
<p:sldLayout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0D3A537-34A8-4681-AFFD-923E07327A9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D1F3570-EDDC-4291-9BA1-8041E58D73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5BA3EB0-B813-4768-B070-68A5D25CA3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7" name="矩形 1">
            <a:extLst xmlns:a="http://schemas.openxmlformats.org/drawingml/2006/main">
              <a:ext uri="{FF2B5EF4-FFF2-40B4-BE49-F238E27FC236}">
                <a16:creationId xmlns:a16="http://schemas.microsoft.com/office/drawing/2014/main" id="{8AD61EC1-21EC-4327-9A7D-941DD345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677" y="1612900"/>
            <a:ext cx="6014720" cy="2550723"/>
          </a:xfrm>
          <a:custGeom xmlns:a="http://schemas.openxmlformats.org/drawingml/2006/main">
            <a:gdLst>
              <a:gd name="connsiteX0" fmla="*/ 0 w 6014720"/>
              <a:gd name="connsiteY0" fmla="*/ 0 h 2549144"/>
              <a:gd name="connsiteX1" fmla="*/ 6014720 w 6014720"/>
              <a:gd name="connsiteY1" fmla="*/ 0 h 2549144"/>
              <a:gd name="connsiteX2" fmla="*/ 6014720 w 6014720"/>
              <a:gd name="connsiteY2" fmla="*/ 2549144 h 2549144"/>
              <a:gd name="connsiteX3" fmla="*/ 0 w 6014720"/>
              <a:gd name="connsiteY3" fmla="*/ 2549144 h 2549144"/>
              <a:gd name="connsiteX4" fmla="*/ 0 w 6014720"/>
              <a:gd name="connsiteY4" fmla="*/ 0 h 2549144"/>
              <a:gd name="connsiteX0-1" fmla="*/ 0 w 6014720"/>
              <a:gd name="connsiteY0-2" fmla="*/ 0 h 2549144"/>
              <a:gd name="connsiteX1-3" fmla="*/ 6014720 w 6014720"/>
              <a:gd name="connsiteY1-4" fmla="*/ 0 h 2549144"/>
              <a:gd name="connsiteX2-5" fmla="*/ 6014720 w 6014720"/>
              <a:gd name="connsiteY2-6" fmla="*/ 2549144 h 2549144"/>
              <a:gd name="connsiteX3-7" fmla="*/ 4580890 w 6014720"/>
              <a:gd name="connsiteY3-8" fmla="*/ 2543690 h 2549144"/>
              <a:gd name="connsiteX4-9" fmla="*/ 0 w 6014720"/>
              <a:gd name="connsiteY4-10" fmla="*/ 2549144 h 2549144"/>
              <a:gd name="connsiteX5" fmla="*/ 0 w 6014720"/>
              <a:gd name="connsiteY5" fmla="*/ 0 h 2549144"/>
              <a:gd name="connsiteX0-11" fmla="*/ 0 w 6014720"/>
              <a:gd name="connsiteY0-12" fmla="*/ 2549144 h 2640584"/>
              <a:gd name="connsiteX1-13" fmla="*/ 0 w 6014720"/>
              <a:gd name="connsiteY1-14" fmla="*/ 0 h 2640584"/>
              <a:gd name="connsiteX2-15" fmla="*/ 6014720 w 6014720"/>
              <a:gd name="connsiteY2-16" fmla="*/ 0 h 2640584"/>
              <a:gd name="connsiteX3-17" fmla="*/ 6014720 w 6014720"/>
              <a:gd name="connsiteY3-18" fmla="*/ 2549144 h 2640584"/>
              <a:gd name="connsiteX4-19" fmla="*/ 4580890 w 6014720"/>
              <a:gd name="connsiteY4-20" fmla="*/ 2543690 h 2640584"/>
              <a:gd name="connsiteX5-21" fmla="*/ 91440 w 6014720"/>
              <a:gd name="connsiteY5-22" fmla="*/ 2640584 h 2640584"/>
              <a:gd name="connsiteX0-23" fmla="*/ 0 w 6014720"/>
              <a:gd name="connsiteY0-24" fmla="*/ 2549144 h 2549144"/>
              <a:gd name="connsiteX1-25" fmla="*/ 0 w 6014720"/>
              <a:gd name="connsiteY1-26" fmla="*/ 0 h 2549144"/>
              <a:gd name="connsiteX2-27" fmla="*/ 6014720 w 6014720"/>
              <a:gd name="connsiteY2-28" fmla="*/ 0 h 2549144"/>
              <a:gd name="connsiteX3-29" fmla="*/ 6014720 w 6014720"/>
              <a:gd name="connsiteY3-30" fmla="*/ 2549144 h 2549144"/>
              <a:gd name="connsiteX4-31" fmla="*/ 4580890 w 6014720"/>
              <a:gd name="connsiteY4-32" fmla="*/ 2543690 h 2549144"/>
              <a:gd name="connsiteX0-33" fmla="*/ 0 w 6014720"/>
              <a:gd name="connsiteY0-34" fmla="*/ 0 h 2549144"/>
              <a:gd name="connsiteX1-35" fmla="*/ 6014720 w 6014720"/>
              <a:gd name="connsiteY1-36" fmla="*/ 0 h 2549144"/>
              <a:gd name="connsiteX2-37" fmla="*/ 6014720 w 6014720"/>
              <a:gd name="connsiteY2-38" fmla="*/ 2549144 h 2549144"/>
              <a:gd name="connsiteX3-39" fmla="*/ 4580890 w 6014720"/>
              <a:gd name="connsiteY3-40" fmla="*/ 2543690 h 2549144"/>
            </a:gdLst>
            <a:rect l="l" t="t" r="r" b="b"/>
            <a:pathLst>
              <a:path w="6014720" h="2549144">
                <a:moveTo>
                  <a:pt x="0" y="0"/>
                </a:moveTo>
                <a:lnTo>
                  <a:pt x="6014720" y="0"/>
                </a:lnTo>
                <a:lnTo>
                  <a:pt x="6014720" y="2549144"/>
                </a:lnTo>
                <a:lnTo>
                  <a:pt x="4580890" y="2543690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8" name="矩形 14">
            <a:extLst xmlns:a="http://schemas.openxmlformats.org/drawingml/2006/main">
              <a:ext uri="{FF2B5EF4-FFF2-40B4-BE49-F238E27FC236}">
                <a16:creationId xmlns:a16="http://schemas.microsoft.com/office/drawing/2014/main" id="{F55EFB51-B4C0-4453-8C88-963AF120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270" y="1612900"/>
            <a:ext cx="2411730" cy="2548760"/>
          </a:xfrm>
          <a:custGeom xmlns:a="http://schemas.openxmlformats.org/drawingml/2006/main">
            <a:gdLst>
              <a:gd name="connsiteX0" fmla="*/ 0 w 2759710"/>
              <a:gd name="connsiteY0" fmla="*/ 0 h 2537330"/>
              <a:gd name="connsiteX1" fmla="*/ 2759710 w 2759710"/>
              <a:gd name="connsiteY1" fmla="*/ 0 h 2537330"/>
              <a:gd name="connsiteX2" fmla="*/ 2759710 w 2759710"/>
              <a:gd name="connsiteY2" fmla="*/ 2537330 h 2537330"/>
              <a:gd name="connsiteX3" fmla="*/ 0 w 2759710"/>
              <a:gd name="connsiteY3" fmla="*/ 2537330 h 2537330"/>
              <a:gd name="connsiteX4" fmla="*/ 0 w 2759710"/>
              <a:gd name="connsiteY4" fmla="*/ 0 h 2537330"/>
              <a:gd name="connsiteX0-1" fmla="*/ 0 w 2759710"/>
              <a:gd name="connsiteY0-2" fmla="*/ 11430 h 2548760"/>
              <a:gd name="connsiteX1-3" fmla="*/ 2360930 w 2759710"/>
              <a:gd name="connsiteY1-4" fmla="*/ 0 h 2548760"/>
              <a:gd name="connsiteX2-5" fmla="*/ 2759710 w 2759710"/>
              <a:gd name="connsiteY2-6" fmla="*/ 11430 h 2548760"/>
              <a:gd name="connsiteX3-7" fmla="*/ 2759710 w 2759710"/>
              <a:gd name="connsiteY3-8" fmla="*/ 2548760 h 2548760"/>
              <a:gd name="connsiteX4-9" fmla="*/ 0 w 2759710"/>
              <a:gd name="connsiteY4-10" fmla="*/ 2548760 h 2548760"/>
              <a:gd name="connsiteX5" fmla="*/ 0 w 2759710"/>
              <a:gd name="connsiteY5" fmla="*/ 11430 h 2548760"/>
              <a:gd name="connsiteX0-11" fmla="*/ 0 w 2759710"/>
              <a:gd name="connsiteY0-12" fmla="*/ 11430 h 2548760"/>
              <a:gd name="connsiteX1-13" fmla="*/ 2360930 w 2759710"/>
              <a:gd name="connsiteY1-14" fmla="*/ 0 h 2548760"/>
              <a:gd name="connsiteX2-15" fmla="*/ 2759710 w 2759710"/>
              <a:gd name="connsiteY2-16" fmla="*/ 11430 h 2548760"/>
              <a:gd name="connsiteX3-17" fmla="*/ 2759710 w 2759710"/>
              <a:gd name="connsiteY3-18" fmla="*/ 2548760 h 2548760"/>
              <a:gd name="connsiteX4-19" fmla="*/ 2411730 w 2759710"/>
              <a:gd name="connsiteY4-20" fmla="*/ 2540000 h 2548760"/>
              <a:gd name="connsiteX5-21" fmla="*/ 0 w 2759710"/>
              <a:gd name="connsiteY5-22" fmla="*/ 2548760 h 2548760"/>
              <a:gd name="connsiteX6" fmla="*/ 0 w 2759710"/>
              <a:gd name="connsiteY6" fmla="*/ 11430 h 2548760"/>
              <a:gd name="connsiteX0-23" fmla="*/ 2759710 w 2851150"/>
              <a:gd name="connsiteY0-24" fmla="*/ 2548760 h 2640200"/>
              <a:gd name="connsiteX1-25" fmla="*/ 2411730 w 2851150"/>
              <a:gd name="connsiteY1-26" fmla="*/ 2540000 h 2640200"/>
              <a:gd name="connsiteX2-27" fmla="*/ 0 w 2851150"/>
              <a:gd name="connsiteY2-28" fmla="*/ 2548760 h 2640200"/>
              <a:gd name="connsiteX3-29" fmla="*/ 0 w 2851150"/>
              <a:gd name="connsiteY3-30" fmla="*/ 11430 h 2640200"/>
              <a:gd name="connsiteX4-31" fmla="*/ 2360930 w 2851150"/>
              <a:gd name="connsiteY4-32" fmla="*/ 0 h 2640200"/>
              <a:gd name="connsiteX5-33" fmla="*/ 2759710 w 2851150"/>
              <a:gd name="connsiteY5-34" fmla="*/ 11430 h 2640200"/>
              <a:gd name="connsiteX6-35" fmla="*/ 2851150 w 2851150"/>
              <a:gd name="connsiteY6-36" fmla="*/ 2640200 h 2640200"/>
              <a:gd name="connsiteX0-37" fmla="*/ 2759710 w 2759710"/>
              <a:gd name="connsiteY0-38" fmla="*/ 2548760 h 2548760"/>
              <a:gd name="connsiteX1-39" fmla="*/ 2411730 w 2759710"/>
              <a:gd name="connsiteY1-40" fmla="*/ 2540000 h 2548760"/>
              <a:gd name="connsiteX2-41" fmla="*/ 0 w 2759710"/>
              <a:gd name="connsiteY2-42" fmla="*/ 2548760 h 2548760"/>
              <a:gd name="connsiteX3-43" fmla="*/ 0 w 2759710"/>
              <a:gd name="connsiteY3-44" fmla="*/ 11430 h 2548760"/>
              <a:gd name="connsiteX4-45" fmla="*/ 2360930 w 2759710"/>
              <a:gd name="connsiteY4-46" fmla="*/ 0 h 2548760"/>
              <a:gd name="connsiteX5-47" fmla="*/ 2759710 w 2759710"/>
              <a:gd name="connsiteY5-48" fmla="*/ 11430 h 2548760"/>
              <a:gd name="connsiteX0-49" fmla="*/ 2759710 w 2759710"/>
              <a:gd name="connsiteY0-50" fmla="*/ 2548760 h 2548760"/>
              <a:gd name="connsiteX1-51" fmla="*/ 2411730 w 2759710"/>
              <a:gd name="connsiteY1-52" fmla="*/ 2540000 h 2548760"/>
              <a:gd name="connsiteX2-53" fmla="*/ 0 w 2759710"/>
              <a:gd name="connsiteY2-54" fmla="*/ 2548760 h 2548760"/>
              <a:gd name="connsiteX3-55" fmla="*/ 0 w 2759710"/>
              <a:gd name="connsiteY3-56" fmla="*/ 11430 h 2548760"/>
              <a:gd name="connsiteX4-57" fmla="*/ 2360930 w 2759710"/>
              <a:gd name="connsiteY4-58" fmla="*/ 0 h 2548760"/>
              <a:gd name="connsiteX0-59" fmla="*/ 2411730 w 2411730"/>
              <a:gd name="connsiteY0-60" fmla="*/ 2540000 h 2548760"/>
              <a:gd name="connsiteX1-61" fmla="*/ 0 w 2411730"/>
              <a:gd name="connsiteY1-62" fmla="*/ 2548760 h 2548760"/>
              <a:gd name="connsiteX2-63" fmla="*/ 0 w 2411730"/>
              <a:gd name="connsiteY2-64" fmla="*/ 11430 h 2548760"/>
              <a:gd name="connsiteX3-65" fmla="*/ 2360930 w 2411730"/>
              <a:gd name="connsiteY3-66" fmla="*/ 0 h 2548760"/>
            </a:gdLst>
            <a:rect l="l" t="t" r="r" b="b"/>
            <a:pathLst>
              <a:path w="2411730" h="2548760">
                <a:moveTo>
                  <a:pt x="2411730" y="2540000"/>
                </a:moveTo>
                <a:lnTo>
                  <a:pt x="0" y="2548760"/>
                </a:lnTo>
                <a:lnTo>
                  <a:pt x="0" y="11430"/>
                </a:lnTo>
                <a:lnTo>
                  <a:pt x="23609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9" name="标题 1">
            <a:extLst xmlns:a="http://schemas.openxmlformats.org/drawingml/2006/main">
              <a:ext uri="{FF2B5EF4-FFF2-40B4-BE49-F238E27FC236}">
                <a16:creationId xmlns:a16="http://schemas.microsoft.com/office/drawing/2014/main" id="{9C178254-9AAE-49C5-A99A-CA3309B9FADF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4458970" y="1955800"/>
            <a:ext cx="5099957" cy="1755197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algn="r">
              <a:lnSpc>
                <a:spcPct val="100000"/>
              </a:lnSpc>
              <a:buNone/>
              <a:defRPr sz="6000">
                <a:solidFill>
                  <a:schemeClr val="tx1">
                    <a:alpha val="90000"/>
                  </a:schemeClr>
                </a:solidFill>
              </a:defRPr>
            </a:lvl1pPr>
          </a:lstStyle>
          <a:p xmlns:a="http://schemas.openxmlformats.org/drawingml/2006/main">
            <a:r>
              <a:t>编辑标题</a:t>
            </a:r>
            <a:endParaRPr/>
          </a:p>
        </p:txBody>
      </p:sp>
      <p:sp>
        <p:nvSpPr>
          <p:cNvPr id="70" name="副标题 2">
            <a:extLst xmlns:a="http://schemas.openxmlformats.org/drawingml/2006/main">
              <a:ext uri="{FF2B5EF4-FFF2-40B4-BE49-F238E27FC236}">
                <a16:creationId xmlns:a16="http://schemas.microsoft.com/office/drawing/2014/main" id="{99E3EEFA-00FE-411A-9233-B586195B25C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4463490" y="3830821"/>
            <a:ext cx="5099958" cy="768644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buNone/>
              <a:defRPr sz="3600" b="1">
                <a:solidFill>
                  <a:schemeClr val="tx1">
                    <a:alpha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单击此处编辑副标题</a:t>
            </a:r>
            <a:endParaRPr/>
          </a:p>
        </p:txBody>
      </p:sp>
      <p:sp>
        <p:nvSpPr>
          <p:cNvPr id="71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CFB24130-349D-4AD2-AA96-22C9A44E3A30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6678927" y="4631771"/>
            <a:ext cx="2880000" cy="504000"/>
          </a:xfrm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buNone/>
              <a:defRPr sz="2000">
                <a:solidFill>
                  <a:schemeClr val="tx1">
                    <a:alpha val="9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署名</a:t>
            </a:r>
            <a:endParaRPr/>
          </a:p>
        </p:txBody>
      </p:sp>
      <p:sp>
        <p:nvSpPr>
          <p:cNvPr id="7" name="直接连接符 6">
            <a:extLst xmlns:a="http://schemas.openxmlformats.org/drawingml/2006/main">
              <a:ext uri="{FF2B5EF4-FFF2-40B4-BE49-F238E27FC236}">
                <a16:creationId xmlns:a16="http://schemas.microsoft.com/office/drawing/2014/main" id="{D1B259CD-7874-4D58-A870-1BC165F7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131185" y="1073150"/>
            <a:ext cx="1144270" cy="1975485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A7411328-C931-4C61-8E6F-AAF798FD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034155" y="854710"/>
            <a:ext cx="991235" cy="1711325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D8795D7A-C616-421D-A4B2-91A5388F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693795" y="3106420"/>
            <a:ext cx="951865" cy="164338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bacbdb297f4940" /><Relationship Type="http://schemas.openxmlformats.org/officeDocument/2006/relationships/slideLayout" Target="/ppt/slideLayouts/slideLayout1.xml" Id="R65798a1018cd4b97" /><Relationship Type="http://schemas.openxmlformats.org/officeDocument/2006/relationships/slideLayout" Target="/ppt/slideLayouts/slideLayout2.xml" Id="Rf4c967f161e4405d" /><Relationship Type="http://schemas.openxmlformats.org/officeDocument/2006/relationships/slideLayout" Target="/ppt/slideLayouts/slideLayout3.xml" Id="R2458e5a63ecd4e22" /><Relationship Type="http://schemas.openxmlformats.org/officeDocument/2006/relationships/slideLayout" Target="/ppt/slideLayouts/slideLayout4.xml" Id="R58a2c752c30b4710" /><Relationship Type="http://schemas.openxmlformats.org/officeDocument/2006/relationships/slideLayout" Target="/ppt/slideLayouts/slideLayout5.xml" Id="Rd87727386377463b" /><Relationship Type="http://schemas.openxmlformats.org/officeDocument/2006/relationships/slideLayout" Target="/ppt/slideLayouts/slideLayout6.xml" Id="R01d5b4579c8f4bea" /><Relationship Type="http://schemas.openxmlformats.org/officeDocument/2006/relationships/slideLayout" Target="/ppt/slideLayouts/slideLayout7.xml" Id="Raca3ce53391449e1" /><Relationship Type="http://schemas.openxmlformats.org/officeDocument/2006/relationships/slideLayout" Target="/ppt/slideLayouts/slideLayout8.xml" Id="Rf8f5703bf1be424f" /><Relationship Type="http://schemas.openxmlformats.org/officeDocument/2006/relationships/slideLayout" Target="/ppt/slideLayouts/slideLayout9.xml" Id="R36d92c4b334b4670" /><Relationship Type="http://schemas.openxmlformats.org/officeDocument/2006/relationships/slideLayout" Target="/ppt/slideLayouts/slideLayout10.xml" Id="R8c92591726ce430d" /><Relationship Type="http://schemas.openxmlformats.org/officeDocument/2006/relationships/slideLayout" Target="/ppt/slideLayouts/slideLayout11.xml" Id="R7f10bc7cf965474d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0aea7186aa45427a" /><Relationship Type="http://schemas.openxmlformats.org/officeDocument/2006/relationships/slideLayout" Target="/ppt/slideLayouts/slideLayout12.xml" Id="Re83a99e55c334c75" /><Relationship Type="http://schemas.openxmlformats.org/officeDocument/2006/relationships/slideLayout" Target="/ppt/slideLayouts/slideLayout13.xml" Id="Rf0f26b380a1d43fc" /><Relationship Type="http://schemas.openxmlformats.org/officeDocument/2006/relationships/slideLayout" Target="/ppt/slideLayouts/slideLayout14.xml" Id="Rbce6f89866324c3e" /><Relationship Type="http://schemas.openxmlformats.org/officeDocument/2006/relationships/slideLayout" Target="/ppt/slideLayouts/slideLayout15.xml" Id="R37e7882578ae4829" /><Relationship Type="http://schemas.openxmlformats.org/officeDocument/2006/relationships/slideLayout" Target="/ppt/slideLayouts/slideLayout16.xml" Id="Rf5ff36e0b80d4005" /><Relationship Type="http://schemas.openxmlformats.org/officeDocument/2006/relationships/slideLayout" Target="/ppt/slideLayouts/slideLayout17.xml" Id="Rc92c9ebc4f324d72" /><Relationship Type="http://schemas.openxmlformats.org/officeDocument/2006/relationships/slideLayout" Target="/ppt/slideLayouts/slideLayout18.xml" Id="Re146de20fba94609" /><Relationship Type="http://schemas.openxmlformats.org/officeDocument/2006/relationships/slideLayout" Target="/ppt/slideLayouts/slideLayout19.xml" Id="Rba4589ac9feb4816" /><Relationship Type="http://schemas.openxmlformats.org/officeDocument/2006/relationships/slideLayout" Target="/ppt/slideLayouts/slideLayout20.xml" Id="R246acf3646a54a8b" /><Relationship Type="http://schemas.openxmlformats.org/officeDocument/2006/relationships/slideLayout" Target="/ppt/slideLayouts/slideLayout21.xml" Id="Rb7dea33b7c7e4d33" /><Relationship Type="http://schemas.openxmlformats.org/officeDocument/2006/relationships/slideLayout" Target="/ppt/slideLayouts/slideLayout22.xml" Id="Re95f17e6762a4371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c0748016e3514457" /><Relationship Type="http://schemas.openxmlformats.org/officeDocument/2006/relationships/slideLayout" Target="/ppt/slideLayouts/slideLayout23.xml" Id="Ra4ef4af070334769" /><Relationship Type="http://schemas.openxmlformats.org/officeDocument/2006/relationships/slideLayout" Target="/ppt/slideLayouts/slideLayout24.xml" Id="Re33d99537df84e4a" /><Relationship Type="http://schemas.openxmlformats.org/officeDocument/2006/relationships/slideLayout" Target="/ppt/slideLayouts/slideLayout25.xml" Id="R67b7a60d4c134a44" /><Relationship Type="http://schemas.openxmlformats.org/officeDocument/2006/relationships/slideLayout" Target="/ppt/slideLayouts/slideLayout26.xml" Id="Rf407c7eb809848f4" /><Relationship Type="http://schemas.openxmlformats.org/officeDocument/2006/relationships/slideLayout" Target="/ppt/slideLayouts/slideLayout27.xml" Id="R24aaf6d3de3a4e58" /><Relationship Type="http://schemas.openxmlformats.org/officeDocument/2006/relationships/slideLayout" Target="/ppt/slideLayouts/slideLayout28.xml" Id="R6eba8b94a8a64aef" /><Relationship Type="http://schemas.openxmlformats.org/officeDocument/2006/relationships/slideLayout" Target="/ppt/slideLayouts/slideLayout29.xml" Id="R63f062a8632d48e1" /><Relationship Type="http://schemas.openxmlformats.org/officeDocument/2006/relationships/slideLayout" Target="/ppt/slideLayouts/slideLayout30.xml" Id="R24e2d8d2ee284b23" /><Relationship Type="http://schemas.openxmlformats.org/officeDocument/2006/relationships/slideLayout" Target="/ppt/slideLayouts/slideLayout31.xml" Id="R505d71d542564c48" /><Relationship Type="http://schemas.openxmlformats.org/officeDocument/2006/relationships/slideLayout" Target="/ppt/slideLayouts/slideLayout32.xml" Id="R561341188c404b00" /><Relationship Type="http://schemas.openxmlformats.org/officeDocument/2006/relationships/slideLayout" Target="/ppt/slideLayouts/slideLayout33.xml" Id="R6f7c4375e6e44ed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228A674-0945-4F9B-8037-677B5A3BAF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170" tIns="46990" rIns="90170" bIns="4699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CAE2CEC-81FA-47D5-A8E7-358C337C85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8400" y="1490400"/>
            <a:ext cx="10969200" cy="47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7C692A6-A775-41F2-844A-727A0C7FCD2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4F2DD2E-0773-46F3-88A8-4D6532A5FC9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1725BB6-03CB-4033-AD11-CBF15F47FB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798a1018cd4b97"/>
    <p:sldLayoutId xmlns:r="http://schemas.openxmlformats.org/officeDocument/2006/relationships" id="2147483650" r:id="Rf4c967f161e4405d"/>
    <p:sldLayoutId xmlns:r="http://schemas.openxmlformats.org/officeDocument/2006/relationships" id="2147483651" r:id="R2458e5a63ecd4e22"/>
    <p:sldLayoutId xmlns:r="http://schemas.openxmlformats.org/officeDocument/2006/relationships" id="2147483652" r:id="R58a2c752c30b4710"/>
    <p:sldLayoutId xmlns:r="http://schemas.openxmlformats.org/officeDocument/2006/relationships" id="2147483653" r:id="Rd87727386377463b"/>
    <p:sldLayoutId xmlns:r="http://schemas.openxmlformats.org/officeDocument/2006/relationships" id="2147483654" r:id="R01d5b4579c8f4bea"/>
    <p:sldLayoutId xmlns:r="http://schemas.openxmlformats.org/officeDocument/2006/relationships" id="2147483655" r:id="Raca3ce53391449e1"/>
    <p:sldLayoutId xmlns:r="http://schemas.openxmlformats.org/officeDocument/2006/relationships" id="2147483656" r:id="Rf8f5703bf1be424f"/>
    <p:sldLayoutId xmlns:r="http://schemas.openxmlformats.org/officeDocument/2006/relationships" id="2147483657" r:id="R36d92c4b334b4670"/>
    <p:sldLayoutId xmlns:r="http://schemas.openxmlformats.org/officeDocument/2006/relationships" id="2147483658" r:id="R8c92591726ce430d"/>
    <p:sldLayoutId xmlns:r="http://schemas.openxmlformats.org/officeDocument/2006/relationships" id="2147483659" r:id="R7f10bc7cf965474d"/>
  </p:sldLayoutIdLst>
  <p:txStyles>
    <p:titleStyle>
      <a:lvl1pPr xmlns:a="http://schemas.openxmlformats.org/drawingml/2006/main" algn="l" defTabSz="914400">
        <a:lnSpc>
          <a:spcPct val="100000"/>
        </a:lnSpc>
        <a:spcBef>
          <a:spcPct val="0"/>
        </a:spcBef>
        <a:buNone/>
        <a:defRPr sz="3600" b="0" u="none" kern="1200" cap="none" spc="300" baseline="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130000"/>
        </a:lnSpc>
        <a:spcBef>
          <a:spcPts val="0"/>
        </a:spcBef>
        <a:spcAft>
          <a:spcPts val="1000"/>
        </a:spcAft>
        <a:buFont typeface="Arial"/>
        <a:buChar char="●"/>
        <a:defRPr sz="18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tabLst>
          <a:tab pos="1609725" algn="l"/>
          <a:tab pos="1609725" algn="l"/>
          <a:tab pos="1609725" algn="l"/>
          <a:tab pos="1609725" algn="l"/>
        </a:tabLst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Wingdings"/>
        <a:buChar char="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Arial"/>
        <a:buChar char="•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B85417A1-538B-4107-860A-18AAFCC5CC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A12B69E-BEFE-4605-9E94-ECA524BBDF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0D475B6-7A8A-455C-8BC7-5BEAE335318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0097E23-0C66-47BC-918D-07ABED173D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7B2AD23-57D8-421D-884E-EA6BF6D233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e83a99e55c334c75"/>
    <p:sldLayoutId xmlns:r="http://schemas.openxmlformats.org/officeDocument/2006/relationships" id="2147483662" r:id="Rf0f26b380a1d43fc"/>
    <p:sldLayoutId xmlns:r="http://schemas.openxmlformats.org/officeDocument/2006/relationships" id="2147483663" r:id="Rbce6f89866324c3e"/>
    <p:sldLayoutId xmlns:r="http://schemas.openxmlformats.org/officeDocument/2006/relationships" id="2147483664" r:id="R37e7882578ae4829"/>
    <p:sldLayoutId xmlns:r="http://schemas.openxmlformats.org/officeDocument/2006/relationships" id="2147483665" r:id="Rf5ff36e0b80d4005"/>
    <p:sldLayoutId xmlns:r="http://schemas.openxmlformats.org/officeDocument/2006/relationships" id="2147483666" r:id="Rc92c9ebc4f324d72"/>
    <p:sldLayoutId xmlns:r="http://schemas.openxmlformats.org/officeDocument/2006/relationships" id="2147483667" r:id="Re146de20fba94609"/>
    <p:sldLayoutId xmlns:r="http://schemas.openxmlformats.org/officeDocument/2006/relationships" id="2147483668" r:id="Rba4589ac9feb4816"/>
    <p:sldLayoutId xmlns:r="http://schemas.openxmlformats.org/officeDocument/2006/relationships" id="2147483669" r:id="R246acf3646a54a8b"/>
    <p:sldLayoutId xmlns:r="http://schemas.openxmlformats.org/officeDocument/2006/relationships" id="2147483670" r:id="Rb7dea33b7c7e4d33"/>
    <p:sldLayoutId xmlns:r="http://schemas.openxmlformats.org/officeDocument/2006/relationships" id="2147483671" r:id="Re95f17e6762a4371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直接连接符 17">
            <a:extLst xmlns:a="http://schemas.openxmlformats.org/drawingml/2006/main">
              <a:ext uri="{FF2B5EF4-FFF2-40B4-BE49-F238E27FC236}">
                <a16:creationId xmlns:a16="http://schemas.microsoft.com/office/drawing/2014/main" id="{37E23C5E-5B09-4A9A-B424-BB6A2698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0340" y="6542314"/>
            <a:ext cx="143256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 useBgFill="1"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119BB19-01ED-480B-8E02-C27CA91A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3418" y="5969000"/>
            <a:ext cx="538942" cy="88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FC910280-B6E1-4120-B600-D7DE5BFD06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DA4DCA3-3180-4A7D-90FA-A681E1C74B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87CB720-3437-478C-A061-D1824C8CA7E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D3FF352-3719-42FD-85B4-6D9DBCA1AB1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59AA234D-A6DB-4474-963E-93345AA0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823575" y="6318885"/>
            <a:ext cx="200025" cy="34480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EE0EDEDA-237E-400C-B7B7-D7101072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010900" y="6231890"/>
            <a:ext cx="252095" cy="43497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直接连接符 20">
            <a:extLst xmlns:a="http://schemas.openxmlformats.org/drawingml/2006/main">
              <a:ext uri="{FF2B5EF4-FFF2-40B4-BE49-F238E27FC236}">
                <a16:creationId xmlns:a16="http://schemas.microsoft.com/office/drawing/2014/main" id="{6E82E8B4-D58D-4524-93D4-4EBF5DE0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772900" y="5829300"/>
            <a:ext cx="0" cy="7112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KSO_TEMPLATE" hidden="1">
            <a:extLst xmlns:a="http://schemas.openxmlformats.org/drawingml/2006/main">
              <a:ext uri="{FF2B5EF4-FFF2-40B4-BE49-F238E27FC236}">
                <a16:creationId xmlns:a16="http://schemas.microsoft.com/office/drawing/2014/main" id="{A959F663-5972-4059-9B56-02A9E961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3" r:id="Ra4ef4af070334769"/>
    <p:sldLayoutId xmlns:r="http://schemas.openxmlformats.org/officeDocument/2006/relationships" id="2147483674" r:id="Re33d99537df84e4a"/>
    <p:sldLayoutId xmlns:r="http://schemas.openxmlformats.org/officeDocument/2006/relationships" id="2147483675" r:id="R67b7a60d4c134a44"/>
    <p:sldLayoutId xmlns:r="http://schemas.openxmlformats.org/officeDocument/2006/relationships" id="2147483676" r:id="Rf407c7eb809848f4"/>
    <p:sldLayoutId xmlns:r="http://schemas.openxmlformats.org/officeDocument/2006/relationships" id="2147483677" r:id="R24aaf6d3de3a4e58"/>
    <p:sldLayoutId xmlns:r="http://schemas.openxmlformats.org/officeDocument/2006/relationships" id="2147483678" r:id="R6eba8b94a8a64aef"/>
    <p:sldLayoutId xmlns:r="http://schemas.openxmlformats.org/officeDocument/2006/relationships" id="2147483679" r:id="R63f062a8632d48e1"/>
    <p:sldLayoutId xmlns:r="http://schemas.openxmlformats.org/officeDocument/2006/relationships" id="2147483680" r:id="R24e2d8d2ee284b23"/>
    <p:sldLayoutId xmlns:r="http://schemas.openxmlformats.org/officeDocument/2006/relationships" id="2147483681" r:id="R505d71d542564c48"/>
    <p:sldLayoutId xmlns:r="http://schemas.openxmlformats.org/officeDocument/2006/relationships" id="2147483682" r:id="R561341188c404b00"/>
    <p:sldLayoutId xmlns:r="http://schemas.openxmlformats.org/officeDocument/2006/relationships" id="2147483683" r:id="R6f7c4375e6e44eda"/>
  </p:sldLayoutIdLst>
  <p:txStyles>
    <p:titleStyle>
      <a:lvl1pPr xmlns:a="http://schemas.openxmlformats.org/drawingml/2006/main" algn="l" defTabSz="914400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13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38480" indent="-206375" algn="l" defTabSz="914400">
        <a:lnSpc>
          <a:spcPct val="130000"/>
        </a:lnSpc>
        <a:spcBef>
          <a:spcPts val="0"/>
        </a:spcBef>
        <a:buFont typeface="Arial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98830" indent="-161925" algn="l" defTabSz="914400">
        <a:lnSpc>
          <a:spcPct val="130000"/>
        </a:lnSpc>
        <a:spcBef>
          <a:spcPts val="0"/>
        </a:spcBef>
        <a:buFont typeface="Arial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30605" indent="-149225" algn="l" defTabSz="914400">
        <a:lnSpc>
          <a:spcPct val="130000"/>
        </a:lnSpc>
        <a:spcBef>
          <a:spcPts val="0"/>
        </a:spcBef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235075" indent="-127000" algn="l" defTabSz="914400">
        <a:lnSpc>
          <a:spcPct val="130000"/>
        </a:lnSpc>
        <a:spcBef>
          <a:spcPts val="0"/>
        </a:spcBef>
        <a:buFont typeface="Arial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1_Office 主题">
  <a:themeElements>
    <a:clrScheme name="ChatGPT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简约风黑白线条职场办公">
  <a:themeElements>
    <a:clrScheme name="ChatGPT">
      <a:dk1>
        <a:srgbClr val="000000"/>
      </a:dk1>
      <a:lt1>
        <a:srgbClr val="FFFFFF"/>
      </a:lt1>
      <a:dk2>
        <a:srgbClr val="161D2D"/>
      </a:dk2>
      <a:lt2>
        <a:srgbClr val="FFFFFF"/>
      </a:lt2>
      <a:accent1>
        <a:srgbClr val="5592E6"/>
      </a:accent1>
      <a:accent2>
        <a:srgbClr val="6E559D"/>
      </a:accent2>
      <a:accent3>
        <a:srgbClr val="355FCB"/>
      </a:accent3>
      <a:accent4>
        <a:srgbClr val="72A9D9"/>
      </a:accent4>
      <a:accent5>
        <a:srgbClr val="84C6D5"/>
      </a:accent5>
      <a:accent6>
        <a:srgbClr val="5959C5"/>
      </a:accent6>
      <a:hlink>
        <a:srgbClr val="0026E5"/>
      </a:hlink>
      <a:folHlink>
        <a:srgbClr val="7E1FAD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31afa54cd6dc4d8f" /><Relationship Type="http://schemas.openxmlformats.org/officeDocument/2006/relationships/notesSlide" Target="/ppt/notesSlides/notesSlide1.xml" Id="R6c03dba8daee48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ca1f31bc31794fe2" /><Relationship Type="http://schemas.openxmlformats.org/officeDocument/2006/relationships/image" Target="/ppt/media/image.png" Id="R1eb1116c66b74afb" /><Relationship Type="http://schemas.openxmlformats.org/officeDocument/2006/relationships/image" Target="/ppt/media/image2.png" Id="Rc9ae9f1a9d43473b" /><Relationship Type="http://schemas.openxmlformats.org/officeDocument/2006/relationships/notesSlide" Target="/ppt/notesSlides/notesSlide2.xml" Id="R026215ab535746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2d2491330648446a" /><Relationship Type="http://schemas.openxmlformats.org/officeDocument/2006/relationships/chart" Target="/ppt/slides/charts/chart1.xml" Id="R4a44312dd50b43e2" /><Relationship Type="http://schemas.openxmlformats.org/officeDocument/2006/relationships/notesSlide" Target="/ppt/notesSlides/notesSlide3.xml" Id="R95cccd2965a543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14a8645b2a414aa6" /><Relationship Type="http://schemas.openxmlformats.org/officeDocument/2006/relationships/notesSlide" Target="/ppt/notesSlides/notesSlide4.xml" Id="R70d30c7f63c045c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可训练首步偏好对</c:v>
          </c:tx>
          <c:spPr>
            <a:solidFill xmlns:a="http://schemas.openxmlformats.org/drawingml/2006/main">
              <a:srgbClr val="2871A6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9AA6B2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871A6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严格策略</c:v>
                </c:pt>
                <c:pt idx="1">
                  <c:v>相对偏好策略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11</c:v>
                </c:pt>
                <c:pt idx="1">
                  <c:v>22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50" b="1">
                  <a:solidFill>
                    <a:srgbClr val="111111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AB1B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9E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656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C484E0A-C451-432E-AEEF-CBAB42EE3C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7675" y="171450"/>
            <a:ext cx="11144250" cy="6858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0911–0929 进展：Slow Memory</a:t>
            </a:r>
            <a:endParaRPr/>
          </a:p>
        </p:txBody>
      </p:sp>
      <p:sp>
        <p:nvSpPr>
          <p:cNvPr id="3" name="保留 Fast Memory + Harness 框架，重点推进 Qw">
            <a:extLst xmlns:a="http://schemas.openxmlformats.org/drawingml/2006/main">
              <a:ext uri="{FF2B5EF4-FFF2-40B4-BE49-F238E27FC236}">
                <a16:creationId xmlns:a16="http://schemas.microsoft.com/office/drawing/2014/main" id="{4126719F-A183-40D1-B256-0F286E67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53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保留 Fast Memory + Harness 框架，重点推进 Qwen 偏好数据与后训练。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457200" y="1857375"/>
          <a:ext xmlns:a="http://schemas.openxmlformats.org/drawingml/2006/main" cx="11125200" cy="3238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381125"/>
                <a:gridCol w="4476750"/>
                <a:gridCol w="5267325"/>
              </a:tblGrid>
              <a:tr h="809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环节</a:t>
                      </a:r>
                    </a:p>
                  </a:txBody>
                  <a:tcPr marL="171450" marR="171450" marT="133350" marB="133350" anchor="ctr">
                    <a:solidFill>
                      <a:srgbClr val="20202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本期解决的问题</a:t>
                      </a:r>
                    </a:p>
                  </a:txBody>
                  <a:tcPr marL="171450" marR="171450" marT="133350" marB="133350" anchor="ctr">
                    <a:solidFill>
                      <a:srgbClr val="20202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已完成的改进</a:t>
                      </a:r>
                    </a:p>
                  </a:txBody>
                  <a:tcPr marL="171450" marR="171450" marT="133350" marB="133350" anchor="ctr">
                    <a:solidFill>
                      <a:srgbClr val="202020"/>
                    </a:solidFill>
                  </a:tcPr>
                </a:tc>
              </a:tr>
              <a:tr h="809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采集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观察轨迹难以直接配对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同一上下文 A/B 独立执行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评判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评分与真实候选状态脱节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原始状态评分 + 物理证据审计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训练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长上下文导致显存不足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QLoRA + 激活卸载 + 兼容适配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形成 22 对可训练首步偏好，完成 1×H100 长上下文更新验证。">
            <a:extLst xmlns:a="http://schemas.openxmlformats.org/drawingml/2006/main">
              <a:ext uri="{FF2B5EF4-FFF2-40B4-BE49-F238E27FC236}">
                <a16:creationId xmlns:a16="http://schemas.microsoft.com/office/drawing/2014/main" id="{18C68B5C-14E7-4742-B3C0-A74F34C1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871A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71A6"/>
                </a:solidFill>
                <a:latin typeface="Arial"/>
                <a:ea typeface="Arial"/>
                <a:cs typeface="Arial"/>
              </a:rPr>
              <a:t>形成 22 对可训练首步偏好，完成 1×H100 长上下文更新验证。</a:t>
            </a:r>
          </a:p>
        </p:txBody>
      </p:sp>
      <p:sp>
        <p:nvSpPr>
          <p:cNvPr id="6" name="Agentic System Team   2026.09.29">
            <a:extLst xmlns:a="http://schemas.openxmlformats.org/drawingml/2006/main">
              <a:ext uri="{FF2B5EF4-FFF2-40B4-BE49-F238E27FC236}">
                <a16:creationId xmlns:a16="http://schemas.microsoft.com/office/drawing/2014/main" id="{367EE46C-362E-4F3B-BFD2-40932A3C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714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B"/>
                </a:solidFill>
                <a:latin typeface="Arial"/>
                <a:ea typeface="Arial"/>
                <a:cs typeface="Arial"/>
              </a:rPr>
              <a:t>Agentic System Team   2026.09.29</a:t>
            </a:r>
          </a:p>
        </p:txBody>
      </p:sp>
    </p:spTree>
    <p:extLst>
      <p:ext uri="{BB962C8B-B14F-4D97-AF65-F5344CB8AC3E}">
        <p14:creationId xmlns:p14="http://schemas.microsoft.com/office/powerpoint/2010/main" val="169516219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0A02827-0121-4BD0-A546-572B88DC05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7675" y="171450"/>
            <a:ext cx="11144250" cy="6858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真实候选对比：饮水机前方通行</a:t>
            </a:r>
            <a:endParaRPr/>
          </a:p>
        </p:txBody>
      </p:sp>
      <p:sp>
        <p:nvSpPr>
          <p:cNvPr id="3" name="同一 Qwen 基座、同一输入，按独立执行结果确定偏好。">
            <a:extLst xmlns:a="http://schemas.openxmlformats.org/drawingml/2006/main">
              <a:ext uri="{FF2B5EF4-FFF2-40B4-BE49-F238E27FC236}">
                <a16:creationId xmlns:a16="http://schemas.microsoft.com/office/drawing/2014/main" id="{CDCAC257-6F75-4DE2-9864-50C42D20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同一 Qwen 基座、同一输入，按独立执行结果确定偏好。</a:t>
            </a:r>
          </a:p>
        </p:txBody>
      </p:sp>
      <p:sp>
        <p:nvSpPr>
          <p:cNvPr id="4" name="候选 A · rejected">
            <a:extLst xmlns:a="http://schemas.openxmlformats.org/drawingml/2006/main">
              <a:ext uri="{FF2B5EF4-FFF2-40B4-BE49-F238E27FC236}">
                <a16:creationId xmlns:a16="http://schemas.microsoft.com/office/drawing/2014/main" id="{982664D6-70E7-45BA-9D09-957B6F4A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573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04A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04A38"/>
                </a:solidFill>
                <a:latin typeface="Arial"/>
                <a:ea typeface="Arial"/>
                <a:cs typeface="Arial"/>
              </a:rPr>
              <a:t>候选 A · rejected</a:t>
            </a:r>
          </a:p>
        </p:txBody>
      </p:sp>
      <p:sp>
        <p:nvSpPr>
          <p:cNvPr id="5" name="候选 B · chosen">
            <a:extLst xmlns:a="http://schemas.openxmlformats.org/drawingml/2006/main">
              <a:ext uri="{FF2B5EF4-FFF2-40B4-BE49-F238E27FC236}">
                <a16:creationId xmlns:a16="http://schemas.microsoft.com/office/drawing/2014/main" id="{98EFEEE6-5E71-434A-898B-AB47E579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4573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7A5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7A50"/>
                </a:solidFill>
                <a:latin typeface="Arial"/>
                <a:ea typeface="Arial"/>
                <a:cs typeface="Arial"/>
              </a:rPr>
              <a:t>候选 B · chosen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b1116c66b74afb"/>
          <a:stretch xmlns:a="http://schemas.openxmlformats.org/drawingml/2006/main"/>
        </p:blipFill>
        <p:spPr>
          <a:xfrm xmlns:a="http://schemas.openxmlformats.org/drawingml/2006/main">
            <a:off x="1009650" y="1847850"/>
            <a:ext cx="3886200" cy="38862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ae9f1a9d43473b"/>
          <a:stretch xmlns:a="http://schemas.openxmlformats.org/drawingml/2006/main"/>
        </p:blipFill>
        <p:spPr>
          <a:xfrm xmlns:a="http://schemas.openxmlformats.org/drawingml/2006/main">
            <a:off x="6848475" y="1847850"/>
            <a:ext cx="3886200" cy="3886200"/>
          </a:xfrm>
          <a:prstGeom xmlns:a="http://schemas.openxmlformats.org/drawingml/2006/main" prst="rect">
            <a:avLst/>
          </a:prstGeom>
        </p:spPr>
      </p:pic>
      <p:sp>
        <p:nvSpPr>
          <p:cNvPr id="8" name="座椅侵入饮水机前方 0.8 m 操作空间">
            <a:extLst xmlns:a="http://schemas.openxmlformats.org/drawingml/2006/main">
              <a:ext uri="{FF2B5EF4-FFF2-40B4-BE49-F238E27FC236}">
                <a16:creationId xmlns:a16="http://schemas.microsoft.com/office/drawing/2014/main" id="{4BD29987-38BF-4711-B1E1-AF9E136C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24525"/>
            <a:ext cx="5114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04A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04A38"/>
                </a:solidFill>
                <a:latin typeface="Arial"/>
                <a:ea typeface="Arial"/>
                <a:cs typeface="Arial"/>
              </a:rPr>
              <a:t>座椅侵入饮水机前方 0.8 m 操作空间</a:t>
            </a:r>
          </a:p>
        </p:txBody>
      </p:sp>
      <p:sp>
        <p:nvSpPr>
          <p:cNvPr id="9" name="饮水机前方通行检查通过">
            <a:extLst xmlns:a="http://schemas.openxmlformats.org/drawingml/2006/main">
              <a:ext uri="{FF2B5EF4-FFF2-40B4-BE49-F238E27FC236}">
                <a16:creationId xmlns:a16="http://schemas.microsoft.com/office/drawing/2014/main" id="{E374A1C9-4D26-477E-AB88-C70A9ECA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5724525"/>
            <a:ext cx="466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37A5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7A50"/>
                </a:solidFill>
                <a:latin typeface="Arial"/>
                <a:ea typeface="Arial"/>
                <a:cs typeface="Arial"/>
              </a:rPr>
              <a:t>饮水机前方通行检查通过</a:t>
            </a:r>
          </a:p>
        </p:txBody>
      </p:sp>
      <p:sp>
        <p:nvSpPr>
          <p:cNvPr id="10" name="核心检查失败：1 项    重算碰撞数：0">
            <a:extLst xmlns:a="http://schemas.openxmlformats.org/drawingml/2006/main">
              <a:ext uri="{FF2B5EF4-FFF2-40B4-BE49-F238E27FC236}">
                <a16:creationId xmlns:a16="http://schemas.microsoft.com/office/drawing/2014/main" id="{640B9AF7-76E9-4561-84EB-40827553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769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核心检查失败：1 项    重算碰撞数：0</a:t>
            </a:r>
          </a:p>
        </p:txBody>
      </p:sp>
      <p:sp>
        <p:nvSpPr>
          <p:cNvPr id="11" name="核心检查失败：0 项    重算碰撞数：0">
            <a:extLst xmlns:a="http://schemas.openxmlformats.org/drawingml/2006/main">
              <a:ext uri="{FF2B5EF4-FFF2-40B4-BE49-F238E27FC236}">
                <a16:creationId xmlns:a16="http://schemas.microsoft.com/office/drawing/2014/main" id="{C88DCC9C-6B1C-4032-B04D-7B19E8A0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6076950"/>
            <a:ext cx="36861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核心检查失败：0 项    重算碰撞数：0</a:t>
            </a:r>
          </a:p>
        </p:txBody>
      </p:sp>
      <p:sp>
        <p:nvSpPr>
          <p:cNvPr id="12" name="014/015 同一偏好对；图片为执行过程渲染。此页展示候选差异，训练">
            <a:extLst xmlns:a="http://schemas.openxmlformats.org/drawingml/2006/main">
              <a:ext uri="{FF2B5EF4-FFF2-40B4-BE49-F238E27FC236}">
                <a16:creationId xmlns:a16="http://schemas.microsoft.com/office/drawing/2014/main" id="{B046945C-23CD-4D57-BBC0-E08AAFF6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976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5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56B"/>
                </a:solidFill>
                <a:latin typeface="Arial"/>
                <a:ea typeface="Arial"/>
                <a:cs typeface="Arial"/>
              </a:rPr>
              <a:t>014/015 同一偏好对；图片为执行过程渲染。此页展示候选差异，训练后效果尚待验证。</a:t>
            </a:r>
          </a:p>
        </p:txBody>
      </p:sp>
    </p:spTree>
    <p:extLst>
      <p:ext uri="{BB962C8B-B14F-4D97-AF65-F5344CB8AC3E}">
        <p14:creationId xmlns:p14="http://schemas.microsoft.com/office/powerpoint/2010/main" val="138753393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F0098A6-3000-4D82-9DBF-CD363156AA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7675" y="171450"/>
            <a:ext cx="11144250" cy="6858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SceneEval 批量采集结果</a:t>
            </a:r>
            <a:endParaRPr/>
          </a:p>
        </p:txBody>
      </p:sp>
      <p:sp>
        <p:nvSpPr>
          <p:cNvPr id="3" name="72 个 SceneEval 任务尝试，得到 55 个有效决策组、11">
            <a:extLst xmlns:a="http://schemas.openxmlformats.org/drawingml/2006/main">
              <a:ext uri="{FF2B5EF4-FFF2-40B4-BE49-F238E27FC236}">
                <a16:creationId xmlns:a16="http://schemas.microsoft.com/office/drawing/2014/main" id="{426581AC-5474-4623-B56F-F31D66D5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72 个 SceneEval 任务尝试，得到 55 个有效决策组、110 条候选轨迹。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28650" y="1828800"/>
          <a:ext xmlns:a="http://schemas.openxmlformats.org/drawingml/2006/main" cx="5524500" cy="3771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a44312dd50b43e2"/>
          </a:graphicData>
        </a:graphic>
      </p:graphicFrame>
      <p:sp>
        <p:nvSpPr>
          <p:cNvPr id="5" name="可训练偏好对数">
            <a:extLst xmlns:a="http://schemas.openxmlformats.org/drawingml/2006/main">
              <a:ext uri="{FF2B5EF4-FFF2-40B4-BE49-F238E27FC236}">
                <a16:creationId xmlns:a16="http://schemas.microsoft.com/office/drawing/2014/main" id="{8BF81F25-DBBB-4DA3-8938-68F40FD3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065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6B"/>
                </a:solidFill>
                <a:latin typeface="Arial"/>
                <a:ea typeface="Arial"/>
                <a:cs typeface="Arial"/>
              </a:rPr>
              <a:t>可训练偏好对数</a:t>
            </a:r>
          </a:p>
        </p:txBody>
      </p:sp>
      <p:sp>
        <p:nvSpPr>
          <p:cNvPr id="6" name="15 对训练 / 7 对验证">
            <a:extLst xmlns:a="http://schemas.openxmlformats.org/drawingml/2006/main">
              <a:ext uri="{FF2B5EF4-FFF2-40B4-BE49-F238E27FC236}">
                <a16:creationId xmlns:a16="http://schemas.microsoft.com/office/drawing/2014/main" id="{BC9AC48D-A1DC-46D5-A085-63CA4F53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28825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871A6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871A6"/>
                </a:solidFill>
                <a:latin typeface="Arial"/>
                <a:ea typeface="Arial"/>
                <a:cs typeface="Arial"/>
              </a:rPr>
              <a:t>15 对训练 / 7 对验证</a:t>
            </a:r>
          </a:p>
        </p:txBody>
      </p:sp>
      <p:sp>
        <p:nvSpPr>
          <p:cNvPr id="7" name="40.0% 配对率（22/55）">
            <a:extLst xmlns:a="http://schemas.openxmlformats.org/drawingml/2006/main">
              <a:ext uri="{FF2B5EF4-FFF2-40B4-BE49-F238E27FC236}">
                <a16:creationId xmlns:a16="http://schemas.microsoft.com/office/drawing/2014/main" id="{BC7C2E89-4491-4EDA-B477-AEE196C1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90825"/>
            <a:ext cx="4572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40.0% 配对率（22/55）</a:t>
            </a:r>
          </a:p>
        </p:txBody>
      </p:sp>
      <p:sp>
        <p:nvSpPr>
          <p:cNvPr id="8" name="保留完整执行与物理证据底线&#10;增加有证据支持的相对偏好">
            <a:extLst xmlns:a="http://schemas.openxmlformats.org/drawingml/2006/main">
              <a:ext uri="{FF2B5EF4-FFF2-40B4-BE49-F238E27FC236}">
                <a16:creationId xmlns:a16="http://schemas.microsoft.com/office/drawing/2014/main" id="{A7BEFD33-2989-4197-B826-60F8C972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24250"/>
            <a:ext cx="4667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保留完整执行与物理证据底线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增加有证据支持的相对偏好</a:t>
            </a:r>
          </a:p>
        </p:txBody>
      </p:sp>
      <p:sp>
        <p:nvSpPr>
          <p:cNvPr id="9" name="现阶段覆盖 furniture 初始首步&#10;实际放置与 repair 决">
            <a:extLst xmlns:a="http://schemas.openxmlformats.org/drawingml/2006/main">
              <a:ext uri="{FF2B5EF4-FFF2-40B4-BE49-F238E27FC236}">
                <a16:creationId xmlns:a16="http://schemas.microsoft.com/office/drawing/2014/main" id="{6CD03396-0375-4906-9B57-3A5B8CD2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86325"/>
            <a:ext cx="4619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65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656B"/>
                </a:solidFill>
                <a:latin typeface="Arial"/>
                <a:ea typeface="Arial"/>
                <a:cs typeface="Arial"/>
              </a:rPr>
              <a:t>现阶段覆盖 furniture 初始首步</a:t>
            </a:r>
          </a:p>
          <a:p xmlns:a="http://schemas.openxmlformats.org/drawingml/2006/main">
            <a:pPr algn="l">
              <a:defRPr sz="1800" b="0">
                <a:solidFill>
                  <a:srgbClr val="6065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656B"/>
                </a:solidFill>
                <a:latin typeface="Arial"/>
                <a:ea typeface="Arial"/>
                <a:cs typeface="Arial"/>
              </a:rPr>
              <a:t>实际放置与 repair 决策仍需扩展</a:t>
            </a:r>
          </a:p>
        </p:txBody>
      </p:sp>
      <p:sp>
        <p:nvSpPr>
          <p:cNvPr id="10" name="相对策略的 22 对包含严格策略的 11 对；55 组为 furnit">
            <a:extLst xmlns:a="http://schemas.openxmlformats.org/drawingml/2006/main">
              <a:ext uri="{FF2B5EF4-FFF2-40B4-BE49-F238E27FC236}">
                <a16:creationId xmlns:a16="http://schemas.microsoft.com/office/drawing/2014/main" id="{D2063993-25D4-4645-AF0B-6DFE612E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38875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B"/>
                </a:solidFill>
                <a:latin typeface="Arial"/>
                <a:ea typeface="Arial"/>
                <a:cs typeface="Arial"/>
              </a:rPr>
              <a:t>相对策略的 22 对包含严格策略的 11 对；55 组为 furniture 决策组。数量变化不代表模型效果提升。</a:t>
            </a:r>
          </a:p>
        </p:txBody>
      </p:sp>
    </p:spTree>
    <p:extLst>
      <p:ext uri="{BB962C8B-B14F-4D97-AF65-F5344CB8AC3E}">
        <p14:creationId xmlns:p14="http://schemas.microsoft.com/office/powerpoint/2010/main" val="21387913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DA8D68D-4E8F-48DD-ADDE-CE73ED16A0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7675" y="171450"/>
            <a:ext cx="11144250" cy="6858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单卡训练验证与后续工作</a:t>
            </a:r>
            <a:endParaRPr/>
          </a:p>
        </p:txBody>
      </p:sp>
      <p:sp>
        <p:nvSpPr>
          <p:cNvPr id="3" name="完整 19,273-token 最长样本，已在 1×H100 80GB">
            <a:extLst xmlns:a="http://schemas.openxmlformats.org/drawingml/2006/main">
              <a:ext uri="{FF2B5EF4-FFF2-40B4-BE49-F238E27FC236}">
                <a16:creationId xmlns:a16="http://schemas.microsoft.com/office/drawing/2014/main" id="{57A201D3-19C4-4F6F-9B82-557807EE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19175"/>
            <a:ext cx="1100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完整 19,273-token 最长样本，已在 1×H100 80GB 上完成两步训练。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57200" y="1809750"/>
          <a:ext xmlns:a="http://schemas.openxmlformats.org/drawingml/2006/main" cx="11125200" cy="23241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19350"/>
                <a:gridCol w="4086225"/>
                <a:gridCol w="4619625"/>
              </a:tblGrid>
              <a:tr h="774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同一最长样本</a:t>
                      </a:r>
                    </a:p>
                  </a:txBody>
                  <a:tcPr marL="171450" marR="171450" marT="133350" marB="133350" anchor="ctr">
                    <a:solidFill>
                      <a:srgbClr val="20202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适配前（019e）</a:t>
                      </a:r>
                    </a:p>
                  </a:txBody>
                  <a:tcPr marL="171450" marR="171450" marT="133350" marB="133350" anchor="ctr">
                    <a:solidFill>
                      <a:srgbClr val="20202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适配后（019g）</a:t>
                      </a:r>
                    </a:p>
                  </a:txBody>
                  <a:tcPr marL="171450" marR="171450" marT="133350" marB="133350" anchor="ctr">
                    <a:solidFill>
                      <a:srgbClr val="202020"/>
                    </a:solidFill>
                  </a:tcPr>
                </a:tc>
              </a:tr>
              <a:tr h="774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反向传播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B04A38"/>
                          </a:solidFill>
                          <a:latin typeface="Arial"/>
                          <a:ea typeface="Arial"/>
                          <a:cs typeface="Arial"/>
                        </a:rPr>
                        <a:t>显存不足，训练中断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237A50"/>
                          </a:solidFill>
                          <a:latin typeface="Arial"/>
                          <a:ea typeface="Arial"/>
                          <a:cs typeface="Arial"/>
                        </a:rPr>
                        <a:t>2 个优化器步骤完成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774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验证证据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未完成该次训练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峰值分配 54.74 GiB</a:t>
                      </a:r>
                    </a:p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adapter 已保存并核验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下一步：完成 020 pilot，检查验证指标与参数更新，再开展场景对">
            <a:extLst xmlns:a="http://schemas.openxmlformats.org/drawingml/2006/main">
              <a:ext uri="{FF2B5EF4-FFF2-40B4-BE49-F238E27FC236}">
                <a16:creationId xmlns:a16="http://schemas.microsoft.com/office/drawing/2014/main" id="{8442F52C-7510-4F22-A8EE-32A5D716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871A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871A6"/>
                </a:solidFill>
                <a:latin typeface="Arial"/>
                <a:ea typeface="Arial"/>
                <a:cs typeface="Arial"/>
              </a:rPr>
              <a:t>下一步：完成 020 pilot，检查验证指标与参数更新，再开展场景对照。</a:t>
            </a:r>
          </a:p>
        </p:txBody>
      </p:sp>
      <p:sp>
        <p:nvSpPr>
          <p:cNvPr id="6" name="020 已启动：15 训练 / 7 验证，2 epochs；尚待完整结">
            <a:extLst xmlns:a="http://schemas.openxmlformats.org/drawingml/2006/main">
              <a:ext uri="{FF2B5EF4-FFF2-40B4-BE49-F238E27FC236}">
                <a16:creationId xmlns:a16="http://schemas.microsoft.com/office/drawing/2014/main" id="{CE9847A2-E4DA-4301-8D4E-553F570B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5302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020 已启动：15 训练 / 7 验证，2 epochs；尚待完整结果审计。</a:t>
            </a:r>
          </a:p>
        </p:txBody>
      </p:sp>
      <p:sp>
        <p:nvSpPr>
          <p:cNvPr id="7" name="预计训练 1.5–2.5 h；准备 3–5 min，核验 10–20 ">
            <a:extLst xmlns:a="http://schemas.openxmlformats.org/drawingml/2006/main">
              <a:ext uri="{FF2B5EF4-FFF2-40B4-BE49-F238E27FC236}">
                <a16:creationId xmlns:a16="http://schemas.microsoft.com/office/drawing/2014/main" id="{027294B5-DE08-41E2-9721-2234217D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预计训练 1.5–2.5 h；准备 3–5 min，核验 10–20 min，打包 1–5 min。</a:t>
            </a:r>
          </a:p>
        </p:txBody>
      </p:sp>
      <p:sp>
        <p:nvSpPr>
          <p:cNvPr id="8" name="当前验证训练可行性，场景质量收益待测。020 状态截至 09/29 1">
            <a:extLst xmlns:a="http://schemas.openxmlformats.org/drawingml/2006/main">
              <a:ext uri="{FF2B5EF4-FFF2-40B4-BE49-F238E27FC236}">
                <a16:creationId xmlns:a16="http://schemas.microsoft.com/office/drawing/2014/main" id="{BFB1C198-D2D8-4FC2-AC6B-E928F757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B"/>
                </a:solidFill>
                <a:latin typeface="Arial"/>
                <a:ea typeface="Arial"/>
                <a:cs typeface="Arial"/>
              </a:rPr>
              <a:t>当前验证训练可行性，场景质量收益待测。020 状态截至 09/29 19:55。</a:t>
            </a:r>
          </a:p>
        </p:txBody>
      </p:sp>
    </p:spTree>
    <p:extLst>
      <p:ext uri="{BB962C8B-B14F-4D97-AF65-F5344CB8AC3E}">
        <p14:creationId xmlns:p14="http://schemas.microsoft.com/office/powerpoint/2010/main" val="1341392323"/>
      </p:ext>
    </p:extLst>
  </p:cSld>
</p:sld>
</file>

<file path=ppt/theme/theme1.xml><?xml version="1.0" encoding="utf-8"?>
<a:theme xmlns:a="http://schemas.openxmlformats.org/drawingml/2006/main" name="1_Office 主题">
  <a:themeElements>
    <a:clrScheme name="ChatGPT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2026-09-29T11:58:50.6780000Z</dcterms:created>
  <dcterms:modified xsi:type="dcterms:W3CDTF">2026-09-29T11:58:50.6780000Z</dcterms:modified>
</coreProperties>
</file>